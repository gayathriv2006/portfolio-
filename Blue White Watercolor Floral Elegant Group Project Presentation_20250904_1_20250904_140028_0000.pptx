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anison Ultra-Bold" charset="1" panose="00000000000000000000"/>
      <p:regular r:id="rId18"/>
    </p:embeddedFont>
    <p:embeddedFont>
      <p:font typeface="Poly" charset="1" panose="02040503050400000004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955006" y="3385182"/>
            <a:ext cx="15304294" cy="550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STUDENT NAME: GAYATHRI VADIVEL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REGISTER NO &amp; NMID: asunm1112401111033007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DEPARTMENT: BCA </a:t>
            </a:r>
          </a:p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COLLEGE: L.N GOVERNMENT COLLEGE </a:t>
            </a:r>
          </a:p>
          <a:p>
            <a:pPr algn="l">
              <a:lnSpc>
                <a:spcPts val="727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3311135" y="1290663"/>
            <a:ext cx="10531381" cy="258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DIGITAL</a:t>
            </a:r>
          </a:p>
          <a:p>
            <a:pPr algn="ctr">
              <a:lnSpc>
                <a:spcPts val="10360"/>
              </a:lnSpc>
            </a:pPr>
            <a:r>
              <a:rPr lang="en-US" sz="7400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 PORTFOLIO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736549" y="4624121"/>
            <a:ext cx="107899" cy="94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10015" y="1225814"/>
            <a:ext cx="11453068" cy="523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7"/>
              </a:lnSpc>
            </a:pPr>
            <a:r>
              <a:rPr lang="en-US" sz="15005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Project Title</a:t>
            </a:r>
          </a:p>
          <a:p>
            <a:pPr algn="ctr">
              <a:lnSpc>
                <a:spcPts val="2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77192" y="1635215"/>
            <a:ext cx="18010808" cy="599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3"/>
              </a:lnSpc>
            </a:pPr>
          </a:p>
          <a:p>
            <a:pPr algn="ctr">
              <a:lnSpc>
                <a:spcPts val="11913"/>
              </a:lnSpc>
            </a:pPr>
          </a:p>
          <a:p>
            <a:pPr algn="ctr">
              <a:lnSpc>
                <a:spcPts val="11913"/>
              </a:lnSpc>
            </a:pPr>
            <a:r>
              <a:rPr lang="en-US" sz="8509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Digital Portfolio using Front-End Web Development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594722" y="2326156"/>
            <a:ext cx="22165839" cy="7298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  <a:r>
              <a:rPr lang="en-US" sz="284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Problem Statement</a:t>
            </a: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  <a:r>
              <a:rPr lang="en-US" b="true" sz="28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Project Overview</a:t>
            </a: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  <a:r>
              <a:rPr lang="en-US" b="true" sz="28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End Users</a:t>
            </a: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  <a:r>
              <a:rPr lang="en-US" b="true" sz="28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Tools &amp; Technologies</a:t>
            </a: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  <a:r>
              <a:rPr lang="en-US" b="true" sz="28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Portfolio Design &amp; Layout</a:t>
            </a: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  <a:r>
              <a:rPr lang="en-US" b="true" sz="28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Features &amp; Functionality</a:t>
            </a: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  <a:r>
              <a:rPr lang="en-US" b="true" sz="28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Results &amp; Screenshots</a:t>
            </a:r>
          </a:p>
          <a:p>
            <a:pPr algn="just">
              <a:lnSpc>
                <a:spcPts val="2642"/>
              </a:lnSpc>
            </a:pPr>
          </a:p>
          <a:p>
            <a:pPr algn="just">
              <a:lnSpc>
                <a:spcPts val="264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2009566" y="1518914"/>
            <a:ext cx="5966649" cy="110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4"/>
              </a:lnSpc>
            </a:pPr>
            <a:r>
              <a:rPr lang="en-US" b="true" sz="8100" spc="-170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043221" y="1028695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4556036" y="3548882"/>
            <a:ext cx="107899" cy="94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4025" y="1009650"/>
            <a:ext cx="15535275" cy="8267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2"/>
              </a:lnSpc>
            </a:pPr>
          </a:p>
          <a:p>
            <a:pPr algn="ctr">
              <a:lnSpc>
                <a:spcPts val="4712"/>
              </a:lnSpc>
            </a:pPr>
          </a:p>
          <a:p>
            <a:pPr algn="ctr">
              <a:lnSpc>
                <a:spcPts val="4712"/>
              </a:lnSpc>
            </a:pPr>
          </a:p>
          <a:p>
            <a:pPr algn="ctr">
              <a:lnSpc>
                <a:spcPts val="4712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Traditional resumes are static an</a:t>
            </a: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limited.</a:t>
            </a:r>
          </a:p>
          <a:p>
            <a:pPr algn="ctr">
              <a:lnSpc>
                <a:spcPts val="4712"/>
              </a:lnSpc>
            </a:pPr>
          </a:p>
          <a:p>
            <a:pPr algn="ctr">
              <a:lnSpc>
                <a:spcPts val="4712"/>
              </a:lnSpc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Recruiters want to see real projects and practical skills.</a:t>
            </a:r>
          </a:p>
          <a:p>
            <a:pPr algn="ctr">
              <a:lnSpc>
                <a:spcPts val="4712"/>
              </a:lnSpc>
            </a:pPr>
          </a:p>
          <a:p>
            <a:pPr algn="ctr">
              <a:lnSpc>
                <a:spcPts val="4712"/>
              </a:lnSpc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 struggle to present their work in a professional format.</a:t>
            </a:r>
          </a:p>
          <a:p>
            <a:pPr algn="ctr">
              <a:lnSpc>
                <a:spcPts val="4712"/>
              </a:lnSpc>
            </a:pPr>
          </a:p>
          <a:p>
            <a:pPr algn="ctr">
              <a:lnSpc>
                <a:spcPts val="4712"/>
              </a:lnSpc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a central platform for showcasing skills and achievements.</a:t>
            </a:r>
          </a:p>
          <a:p>
            <a:pPr algn="ctr">
              <a:lnSpc>
                <a:spcPts val="4712"/>
              </a:lnSpc>
            </a:pPr>
          </a:p>
          <a:p>
            <a:pPr algn="ctr">
              <a:lnSpc>
                <a:spcPts val="4712"/>
              </a:lnSpc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digital portfolio bridges this gap by combining skills, projects,</a:t>
            </a:r>
          </a:p>
          <a:p>
            <a:pPr algn="ctr">
              <a:lnSpc>
                <a:spcPts val="4712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personal branding in one interactive website.</a:t>
            </a:r>
          </a:p>
          <a:p>
            <a:pPr algn="ctr">
              <a:lnSpc>
                <a:spcPts val="4712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-121893" y="1783423"/>
            <a:ext cx="12607311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6000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PROBLEM STATEMENT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2419262"/>
            <a:ext cx="16230600" cy="717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b="true" sz="3999" spc="-2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responsive student portfolio website.</a:t>
            </a:r>
          </a:p>
          <a:p>
            <a:pPr algn="ctr">
              <a:lnSpc>
                <a:spcPts val="3319"/>
              </a:lnSpc>
            </a:pPr>
          </a:p>
          <a:p>
            <a:pPr algn="ctr">
              <a:lnSpc>
                <a:spcPts val="3319"/>
              </a:lnSpc>
            </a:pPr>
            <a:r>
              <a:rPr lang="en-US" b="true" sz="3999" spc="-2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Sections: Home, About, Skills, Projects, Contact.</a:t>
            </a:r>
          </a:p>
          <a:p>
            <a:pPr algn="ctr">
              <a:lnSpc>
                <a:spcPts val="3319"/>
              </a:lnSpc>
            </a:pPr>
          </a:p>
          <a:p>
            <a:pPr algn="ctr">
              <a:lnSpc>
                <a:spcPts val="3319"/>
              </a:lnSpc>
            </a:pPr>
            <a:r>
              <a:rPr lang="en-US" b="true" sz="3999" spc="-2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Home: Professional intro with call-to-action.</a:t>
            </a:r>
          </a:p>
          <a:p>
            <a:pPr algn="ctr">
              <a:lnSpc>
                <a:spcPts val="3319"/>
              </a:lnSpc>
            </a:pPr>
          </a:p>
          <a:p>
            <a:pPr algn="ctr">
              <a:lnSpc>
                <a:spcPts val="3319"/>
              </a:lnSpc>
            </a:pPr>
            <a:r>
              <a:rPr lang="en-US" b="true" sz="3999" spc="-2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About: Career goals, passions, and interests.</a:t>
            </a:r>
          </a:p>
          <a:p>
            <a:pPr algn="ctr">
              <a:lnSpc>
                <a:spcPts val="3319"/>
              </a:lnSpc>
            </a:pPr>
          </a:p>
          <a:p>
            <a:pPr algn="ctr">
              <a:lnSpc>
                <a:spcPts val="3319"/>
              </a:lnSpc>
            </a:pPr>
            <a:r>
              <a:rPr lang="en-US" b="true" sz="3999" spc="-2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Skills: Technical abilities (HTML, CSS, JavaScript, React.js, Python, AI basics, Databases).</a:t>
            </a:r>
          </a:p>
          <a:p>
            <a:pPr algn="ctr">
              <a:lnSpc>
                <a:spcPts val="3319"/>
              </a:lnSpc>
            </a:pPr>
          </a:p>
          <a:p>
            <a:pPr algn="ctr">
              <a:lnSpc>
                <a:spcPts val="3319"/>
              </a:lnSpc>
            </a:pPr>
            <a:r>
              <a:rPr lang="en-US" b="true" sz="3999" spc="-2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Projects: Showcases works like Portfolio Website, AI Chatbot, Student Management System.</a:t>
            </a:r>
          </a:p>
          <a:p>
            <a:pPr algn="ctr">
              <a:lnSpc>
                <a:spcPts val="3319"/>
              </a:lnSpc>
            </a:pPr>
          </a:p>
          <a:p>
            <a:pPr algn="ctr">
              <a:lnSpc>
                <a:spcPts val="3319"/>
              </a:lnSpc>
            </a:pPr>
            <a:r>
              <a:rPr lang="en-US" b="true" sz="3999" spc="-2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Contact: Form, email, phone, and social links.</a:t>
            </a:r>
          </a:p>
          <a:p>
            <a:pPr algn="ctr">
              <a:lnSpc>
                <a:spcPts val="3319"/>
              </a:lnSpc>
            </a:pPr>
          </a:p>
          <a:p>
            <a:pPr algn="ctr">
              <a:lnSpc>
                <a:spcPts val="3319"/>
              </a:lnSpc>
            </a:pPr>
            <a:r>
              <a:rPr lang="en-US" b="true" sz="3999" spc="-2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Fully responsive and user-friendly design.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110867" y="1198157"/>
            <a:ext cx="11826785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b="true" sz="6900" spc="-400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PROJECT OVERVIEW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860362" y="3848919"/>
            <a:ext cx="107899" cy="94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01263" y="1021989"/>
            <a:ext cx="13844513" cy="851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  <a:r>
              <a:rPr lang="en-US" sz="35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 – Showcase academic projects and skills.</a:t>
            </a:r>
          </a:p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  <a:r>
              <a:rPr lang="en-US" sz="35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Seekers – Share live portfolios with recruiters.</a:t>
            </a:r>
          </a:p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  <a:r>
              <a:rPr lang="en-US" sz="35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Recruiters – Review skills and projects interactively.</a:t>
            </a:r>
          </a:p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  <a:r>
              <a:rPr lang="en-US" sz="35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Freelancers – Display work samples for potential clients.</a:t>
            </a:r>
          </a:p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  <a:r>
              <a:rPr lang="en-US" sz="35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Professionals – Build a personal brand.</a:t>
            </a:r>
          </a:p>
          <a:p>
            <a:pPr algn="l">
              <a:lnSpc>
                <a:spcPts val="4863"/>
              </a:lnSpc>
            </a:pPr>
          </a:p>
          <a:p>
            <a:pPr algn="l">
              <a:lnSpc>
                <a:spcPts val="4863"/>
              </a:lnSpc>
            </a:pPr>
            <a:r>
              <a:rPr lang="en-US" sz="35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Accessible anytime, anywhere for academic and career growth.</a:t>
            </a:r>
          </a:p>
          <a:p>
            <a:pPr algn="l">
              <a:lnSpc>
                <a:spcPts val="4863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187978" y="926739"/>
            <a:ext cx="7635542" cy="136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41"/>
              </a:lnSpc>
            </a:pPr>
            <a:r>
              <a:rPr lang="en-US" sz="7958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END USERS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609815" y="3725408"/>
            <a:ext cx="107899" cy="94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07059" y="2673058"/>
            <a:ext cx="13383518" cy="6682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sz="33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 – Structure of pages.</a:t>
            </a:r>
          </a:p>
          <a:p>
            <a:pPr algn="l">
              <a:lnSpc>
                <a:spcPts val="3763"/>
              </a:lnSpc>
            </a:pPr>
          </a:p>
          <a:p>
            <a:pPr algn="l">
              <a:lnSpc>
                <a:spcPts val="3763"/>
              </a:lnSpc>
            </a:pPr>
            <a:r>
              <a:rPr lang="en-US" sz="33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CSS – Styling, layouts, responsive </a:t>
            </a:r>
            <a:r>
              <a:rPr lang="en-US" sz="33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design.</a:t>
            </a:r>
          </a:p>
          <a:p>
            <a:pPr algn="l">
              <a:lnSpc>
                <a:spcPts val="3763"/>
              </a:lnSpc>
            </a:pPr>
          </a:p>
          <a:p>
            <a:pPr algn="l">
              <a:lnSpc>
                <a:spcPts val="3763"/>
              </a:lnSpc>
            </a:pPr>
            <a:r>
              <a:rPr lang="en-US" sz="33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JavaScript – Interactivity, animations, form validation.</a:t>
            </a:r>
          </a:p>
          <a:p>
            <a:pPr algn="l">
              <a:lnSpc>
                <a:spcPts val="3763"/>
              </a:lnSpc>
            </a:pPr>
          </a:p>
          <a:p>
            <a:pPr algn="l">
              <a:lnSpc>
                <a:spcPts val="3763"/>
              </a:lnSpc>
            </a:pPr>
            <a:r>
              <a:rPr lang="en-US" sz="33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React.js / Node.js (optional for future expansion).</a:t>
            </a:r>
          </a:p>
          <a:p>
            <a:pPr algn="l">
              <a:lnSpc>
                <a:spcPts val="3763"/>
              </a:lnSpc>
            </a:pPr>
          </a:p>
          <a:p>
            <a:pPr algn="l">
              <a:lnSpc>
                <a:spcPts val="3763"/>
              </a:lnSpc>
            </a:pPr>
            <a:r>
              <a:rPr lang="en-US" sz="33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VS Code &amp; CodePen – Development platforms.</a:t>
            </a:r>
          </a:p>
          <a:p>
            <a:pPr algn="l">
              <a:lnSpc>
                <a:spcPts val="3763"/>
              </a:lnSpc>
            </a:pPr>
          </a:p>
          <a:p>
            <a:pPr algn="l">
              <a:lnSpc>
                <a:spcPts val="3763"/>
              </a:lnSpc>
            </a:pPr>
            <a:r>
              <a:rPr lang="en-US" sz="33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Pages / Netlify – Hosting and deployment.</a:t>
            </a:r>
          </a:p>
          <a:p>
            <a:pPr algn="l">
              <a:lnSpc>
                <a:spcPts val="3763"/>
              </a:lnSpc>
            </a:pPr>
          </a:p>
          <a:p>
            <a:pPr algn="l">
              <a:lnSpc>
                <a:spcPts val="3763"/>
              </a:lnSpc>
            </a:pPr>
            <a:r>
              <a:rPr lang="en-US" sz="336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Enhancements: Smooth scrolling, hover effects, and animations.</a:t>
            </a:r>
          </a:p>
          <a:p>
            <a:pPr algn="l">
              <a:lnSpc>
                <a:spcPts val="3763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83638" y="1502753"/>
            <a:ext cx="12181456" cy="107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TOOLS &amp; TECHNIQUES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4556036" y="3548882"/>
            <a:ext cx="107899" cy="94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6241" y="2949070"/>
            <a:ext cx="17381759" cy="633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</a:pPr>
            <a:r>
              <a:rPr lang="en-US" b="true" sz="4559" spc="2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</a:t>
            </a:r>
            <a:r>
              <a:rPr lang="en-US" b="true" sz="4559" spc="2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dern, clean layout with deep purple &amp; gold theme.</a:t>
            </a:r>
          </a:p>
          <a:p>
            <a:pPr algn="ctr">
              <a:lnSpc>
                <a:spcPts val="3100"/>
              </a:lnSpc>
            </a:pPr>
          </a:p>
          <a:p>
            <a:pPr algn="ctr">
              <a:lnSpc>
                <a:spcPts val="3100"/>
              </a:lnSpc>
            </a:pPr>
            <a:r>
              <a:rPr lang="en-US" b="true" sz="4559" spc="2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Hero section: Intro with call-to-action.</a:t>
            </a:r>
          </a:p>
          <a:p>
            <a:pPr algn="ctr">
              <a:lnSpc>
                <a:spcPts val="3100"/>
              </a:lnSpc>
            </a:pPr>
          </a:p>
          <a:p>
            <a:pPr algn="ctr">
              <a:lnSpc>
                <a:spcPts val="3100"/>
              </a:lnSpc>
            </a:pPr>
            <a:r>
              <a:rPr lang="en-US" b="true" sz="4559" spc="2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 section: Profile image &amp; career summary.</a:t>
            </a:r>
          </a:p>
          <a:p>
            <a:pPr algn="ctr">
              <a:lnSpc>
                <a:spcPts val="3100"/>
              </a:lnSpc>
            </a:pPr>
          </a:p>
          <a:p>
            <a:pPr algn="ctr">
              <a:lnSpc>
                <a:spcPts val="3100"/>
              </a:lnSpc>
            </a:pPr>
            <a:r>
              <a:rPr lang="en-US" b="true" sz="4559" spc="2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Skills section: Technical stack.</a:t>
            </a:r>
          </a:p>
          <a:p>
            <a:pPr algn="ctr">
              <a:lnSpc>
                <a:spcPts val="3100"/>
              </a:lnSpc>
            </a:pPr>
          </a:p>
          <a:p>
            <a:pPr algn="ctr">
              <a:lnSpc>
                <a:spcPts val="3100"/>
              </a:lnSpc>
            </a:pPr>
            <a:r>
              <a:rPr lang="en-US" b="true" sz="4559" spc="2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Projects section: Interactive cards with hover effects.</a:t>
            </a:r>
          </a:p>
          <a:p>
            <a:pPr algn="ctr">
              <a:lnSpc>
                <a:spcPts val="3100"/>
              </a:lnSpc>
            </a:pPr>
          </a:p>
          <a:p>
            <a:pPr algn="ctr">
              <a:lnSpc>
                <a:spcPts val="3100"/>
              </a:lnSpc>
            </a:pPr>
            <a:r>
              <a:rPr lang="en-US" b="true" sz="4559" spc="2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Contact section: Form + clickable links.</a:t>
            </a:r>
          </a:p>
          <a:p>
            <a:pPr algn="ctr">
              <a:lnSpc>
                <a:spcPts val="3100"/>
              </a:lnSpc>
            </a:pPr>
          </a:p>
          <a:p>
            <a:pPr algn="ctr">
              <a:lnSpc>
                <a:spcPts val="3100"/>
              </a:lnSpc>
            </a:pPr>
            <a:r>
              <a:rPr lang="en-US" b="true" sz="4559" spc="22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Responsive design ensures compatibility with all devices.</a:t>
            </a:r>
          </a:p>
          <a:p>
            <a:pPr algn="ctr">
              <a:lnSpc>
                <a:spcPts val="3100"/>
              </a:lnSpc>
            </a:pPr>
          </a:p>
          <a:p>
            <a:pPr algn="ctr">
              <a:lnSpc>
                <a:spcPts val="310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44869" y="1261739"/>
            <a:ext cx="15975443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PORTFOLIO DESIGN  &amp; LAYOUT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596744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378685" y="200235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3" y="0"/>
                </a:moveTo>
                <a:lnTo>
                  <a:pt x="0" y="0"/>
                </a:lnTo>
                <a:lnTo>
                  <a:pt x="0" y="5308015"/>
                </a:lnTo>
                <a:lnTo>
                  <a:pt x="5802583" y="5308015"/>
                </a:lnTo>
                <a:lnTo>
                  <a:pt x="5802583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111523" y="4244254"/>
            <a:ext cx="169212" cy="37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25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92953" y="4480331"/>
            <a:ext cx="107899" cy="29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99346" y="4690434"/>
            <a:ext cx="178422" cy="37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20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81471" y="7418765"/>
            <a:ext cx="94612" cy="23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20025" y="6126042"/>
            <a:ext cx="157334" cy="23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10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92310" y="6772399"/>
            <a:ext cx="85401" cy="23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30864" y="5479675"/>
            <a:ext cx="148123" cy="23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15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50717" y="7587043"/>
            <a:ext cx="464744" cy="23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Item 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80735" y="7587043"/>
            <a:ext cx="485832" cy="23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Item 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18897" y="7587043"/>
            <a:ext cx="485118" cy="23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Item 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792554" y="7587043"/>
            <a:ext cx="487423" cy="23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1367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Item 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99181" y="2237888"/>
            <a:ext cx="11580796" cy="688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Easy navigation with smooth scrolling.</a:t>
            </a: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Interactive project cards with hover effects.</a:t>
            </a: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Works on all devices (mobile, tablet, desktop).</a:t>
            </a: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Contact form with form vali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dation.</a:t>
            </a: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Provides a professional digital identity.</a:t>
            </a: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Boosts credibility and visibility for recruiters/clients.</a:t>
            </a: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</a:p>
          <a:p>
            <a:pPr algn="ctr">
              <a:lnSpc>
                <a:spcPts val="2715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Can be shared on LinkedIn, resumes, and emails.</a:t>
            </a:r>
          </a:p>
          <a:p>
            <a:pPr algn="ctr">
              <a:lnSpc>
                <a:spcPts val="2715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54588" y="1318889"/>
            <a:ext cx="10296129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FEATURES &amp; FUNCTIONALITY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3227044" y="1395089"/>
            <a:ext cx="3305135" cy="7734264"/>
          </a:xfrm>
          <a:custGeom>
            <a:avLst/>
            <a:gdLst/>
            <a:ahLst/>
            <a:cxnLst/>
            <a:rect r="r" b="b" t="t" l="l"/>
            <a:pathLst>
              <a:path h="7734264" w="3305135">
                <a:moveTo>
                  <a:pt x="0" y="0"/>
                </a:moveTo>
                <a:lnTo>
                  <a:pt x="3305135" y="0"/>
                </a:lnTo>
                <a:lnTo>
                  <a:pt x="3305135" y="7734264"/>
                </a:lnTo>
                <a:lnTo>
                  <a:pt x="0" y="7734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20" t="0" r="-252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49752" y="1395089"/>
            <a:ext cx="3477291" cy="7496813"/>
          </a:xfrm>
          <a:custGeom>
            <a:avLst/>
            <a:gdLst/>
            <a:ahLst/>
            <a:cxnLst/>
            <a:rect r="r" b="b" t="t" l="l"/>
            <a:pathLst>
              <a:path h="7496813" w="3477291">
                <a:moveTo>
                  <a:pt x="0" y="0"/>
                </a:moveTo>
                <a:lnTo>
                  <a:pt x="3477292" y="0"/>
                </a:lnTo>
                <a:lnTo>
                  <a:pt x="3477292" y="7496813"/>
                </a:lnTo>
                <a:lnTo>
                  <a:pt x="0" y="7496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057" t="-20667" r="-14604" b="-9182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38481" y="3992113"/>
            <a:ext cx="7805514" cy="394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3200" spc="-1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Successfully built an</a:t>
            </a:r>
            <a:r>
              <a:rPr lang="en-US" b="true" sz="3200" spc="-12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 deployed </a:t>
            </a:r>
          </a:p>
          <a:p>
            <a:pPr algn="l">
              <a:lnSpc>
                <a:spcPts val="3488"/>
              </a:lnSpc>
            </a:pPr>
            <a:r>
              <a:rPr lang="en-US" b="true" sz="3200" spc="-12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responsive digital portfolio.</a:t>
            </a:r>
          </a:p>
          <a:p>
            <a:pPr algn="l">
              <a:lnSpc>
                <a:spcPts val="3488"/>
              </a:lnSpc>
            </a:pPr>
            <a:r>
              <a:rPr lang="en-US" sz="3200" spc="-1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Demonstrates skills, projects, </a:t>
            </a:r>
          </a:p>
          <a:p>
            <a:pPr algn="l">
              <a:lnSpc>
                <a:spcPts val="3488"/>
              </a:lnSpc>
            </a:pPr>
            <a:r>
              <a:rPr lang="en-US" sz="3200" spc="-1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achievements.</a:t>
            </a:r>
          </a:p>
          <a:p>
            <a:pPr algn="l">
              <a:lnSpc>
                <a:spcPts val="3488"/>
              </a:lnSpc>
            </a:pPr>
            <a:r>
              <a:rPr lang="en-US" sz="3200" spc="-1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Screenshots of Home, About, Skills, </a:t>
            </a:r>
          </a:p>
          <a:p>
            <a:pPr algn="l">
              <a:lnSpc>
                <a:spcPts val="3488"/>
              </a:lnSpc>
            </a:pPr>
            <a:r>
              <a:rPr lang="en-US" sz="3200" spc="-1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Projects, and Contact pages.</a:t>
            </a:r>
          </a:p>
          <a:p>
            <a:pPr algn="l">
              <a:lnSpc>
                <a:spcPts val="3488"/>
              </a:lnSpc>
            </a:pPr>
            <a:r>
              <a:rPr lang="en-US" sz="3200" spc="-1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Published live on CodePen / GitHub Pages.</a:t>
            </a:r>
          </a:p>
          <a:p>
            <a:pPr algn="l">
              <a:lnSpc>
                <a:spcPts val="3488"/>
              </a:lnSpc>
            </a:pPr>
          </a:p>
          <a:p>
            <a:pPr algn="l">
              <a:lnSpc>
                <a:spcPts val="3488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63953" y="1299839"/>
            <a:ext cx="8080047" cy="17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RESULTS &amp; SCREENSHOTS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609815" y="3669754"/>
            <a:ext cx="107899" cy="94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546A8A"/>
                </a:solidFill>
                <a:latin typeface="Poly"/>
                <a:ea typeface="Poly"/>
                <a:cs typeface="Poly"/>
                <a:sym typeface="Poly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7431" y="2030565"/>
            <a:ext cx="10506287" cy="1199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1"/>
              </a:lnSpc>
            </a:pPr>
            <a:r>
              <a:rPr lang="en-US" sz="7599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GITHUB LINK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10035" y="4652327"/>
            <a:ext cx="1486793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https://gayathriv2006.github.io/My-portfolio-/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5802525" cy="5308016"/>
          </a:xfrm>
          <a:custGeom>
            <a:avLst/>
            <a:gdLst/>
            <a:ahLst/>
            <a:cxnLst/>
            <a:rect r="r" b="b" t="t" l="l"/>
            <a:pathLst>
              <a:path h="5308016" w="5802525">
                <a:moveTo>
                  <a:pt x="0" y="0"/>
                </a:moveTo>
                <a:lnTo>
                  <a:pt x="5802525" y="0"/>
                </a:lnTo>
                <a:lnTo>
                  <a:pt x="5802525" y="5308016"/>
                </a:lnTo>
                <a:lnTo>
                  <a:pt x="0" y="5308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6" t="-874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4978879"/>
            <a:ext cx="5802525" cy="5308121"/>
          </a:xfrm>
          <a:custGeom>
            <a:avLst/>
            <a:gdLst/>
            <a:ahLst/>
            <a:cxnLst/>
            <a:rect r="r" b="b" t="t" l="l"/>
            <a:pathLst>
              <a:path h="5308121" w="5802525">
                <a:moveTo>
                  <a:pt x="0" y="5308121"/>
                </a:moveTo>
                <a:lnTo>
                  <a:pt x="5802525" y="5308121"/>
                </a:lnTo>
                <a:lnTo>
                  <a:pt x="5802525" y="0"/>
                </a:lnTo>
                <a:lnTo>
                  <a:pt x="0" y="0"/>
                </a:lnTo>
                <a:lnTo>
                  <a:pt x="0" y="5308121"/>
                </a:lnTo>
                <a:close/>
              </a:path>
            </a:pathLst>
          </a:custGeom>
          <a:blipFill>
            <a:blip r:embed="rId3"/>
            <a:stretch>
              <a:fillRect l="-8176" t="0" r="0" b="-87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485418" y="4978879"/>
            <a:ext cx="5802582" cy="5308121"/>
          </a:xfrm>
          <a:custGeom>
            <a:avLst/>
            <a:gdLst/>
            <a:ahLst/>
            <a:cxnLst/>
            <a:rect r="r" b="b" t="t" l="l"/>
            <a:pathLst>
              <a:path h="5308121" w="5802582">
                <a:moveTo>
                  <a:pt x="0" y="0"/>
                </a:moveTo>
                <a:lnTo>
                  <a:pt x="5802582" y="0"/>
                </a:lnTo>
                <a:lnTo>
                  <a:pt x="5802582" y="5308121"/>
                </a:lnTo>
                <a:lnTo>
                  <a:pt x="0" y="5308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75" t="-874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2485418" y="0"/>
            <a:ext cx="5802582" cy="5308016"/>
          </a:xfrm>
          <a:custGeom>
            <a:avLst/>
            <a:gdLst/>
            <a:ahLst/>
            <a:cxnLst/>
            <a:rect r="r" b="b" t="t" l="l"/>
            <a:pathLst>
              <a:path h="5308016" w="5802582">
                <a:moveTo>
                  <a:pt x="5802582" y="0"/>
                </a:moveTo>
                <a:lnTo>
                  <a:pt x="0" y="0"/>
                </a:lnTo>
                <a:lnTo>
                  <a:pt x="0" y="5308016"/>
                </a:lnTo>
                <a:lnTo>
                  <a:pt x="5802582" y="5308016"/>
                </a:lnTo>
                <a:lnTo>
                  <a:pt x="5802582" y="0"/>
                </a:lnTo>
                <a:close/>
              </a:path>
            </a:pathLst>
          </a:custGeom>
          <a:blipFill>
            <a:blip r:embed="rId3"/>
            <a:stretch>
              <a:fillRect l="0" t="-8744" r="-8175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422897" y="662302"/>
            <a:ext cx="7442197" cy="732787"/>
            <a:chOff x="0" y="0"/>
            <a:chExt cx="7442200" cy="7327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99914" y="462153"/>
              <a:ext cx="2478786" cy="50038"/>
            </a:xfrm>
            <a:custGeom>
              <a:avLst/>
              <a:gdLst/>
              <a:ahLst/>
              <a:cxnLst/>
              <a:rect r="r" b="b" t="t" l="l"/>
              <a:pathLst>
                <a:path h="50038" w="2478786">
                  <a:moveTo>
                    <a:pt x="57404" y="254"/>
                  </a:moveTo>
                  <a:cubicBezTo>
                    <a:pt x="46609" y="254"/>
                    <a:pt x="35814" y="635"/>
                    <a:pt x="25146" y="1778"/>
                  </a:cubicBezTo>
                  <a:lnTo>
                    <a:pt x="25146" y="1778"/>
                  </a:lnTo>
                  <a:cubicBezTo>
                    <a:pt x="1905" y="3302"/>
                    <a:pt x="0" y="41783"/>
                    <a:pt x="22098" y="46736"/>
                  </a:cubicBezTo>
                  <a:cubicBezTo>
                    <a:pt x="32893" y="49403"/>
                    <a:pt x="43815" y="50038"/>
                    <a:pt x="54864" y="50038"/>
                  </a:cubicBezTo>
                  <a:cubicBezTo>
                    <a:pt x="64643" y="50038"/>
                    <a:pt x="74295" y="49530"/>
                    <a:pt x="84074" y="49530"/>
                  </a:cubicBezTo>
                  <a:cubicBezTo>
                    <a:pt x="86487" y="49530"/>
                    <a:pt x="88900" y="49530"/>
                    <a:pt x="91313" y="49657"/>
                  </a:cubicBezTo>
                  <a:cubicBezTo>
                    <a:pt x="475107" y="49657"/>
                    <a:pt x="859028" y="49657"/>
                    <a:pt x="1242822" y="49657"/>
                  </a:cubicBezTo>
                  <a:cubicBezTo>
                    <a:pt x="1626616" y="49657"/>
                    <a:pt x="2010537" y="49657"/>
                    <a:pt x="2394331" y="49657"/>
                  </a:cubicBezTo>
                  <a:cubicBezTo>
                    <a:pt x="2396489" y="49657"/>
                    <a:pt x="2398649" y="49530"/>
                    <a:pt x="2400808" y="49530"/>
                  </a:cubicBezTo>
                  <a:cubicBezTo>
                    <a:pt x="2410333" y="49530"/>
                    <a:pt x="2419985" y="49911"/>
                    <a:pt x="2429510" y="49911"/>
                  </a:cubicBezTo>
                  <a:cubicBezTo>
                    <a:pt x="2439797" y="49911"/>
                    <a:pt x="2450084" y="49403"/>
                    <a:pt x="2460117" y="47371"/>
                  </a:cubicBezTo>
                  <a:cubicBezTo>
                    <a:pt x="2471166" y="45212"/>
                    <a:pt x="2478785" y="34417"/>
                    <a:pt x="2478659" y="23495"/>
                  </a:cubicBezTo>
                  <a:cubicBezTo>
                    <a:pt x="2478405" y="8763"/>
                    <a:pt x="2465197" y="127"/>
                    <a:pt x="2451608" y="127"/>
                  </a:cubicBezTo>
                  <a:cubicBezTo>
                    <a:pt x="2450592" y="127"/>
                    <a:pt x="2449576" y="127"/>
                    <a:pt x="2448433" y="254"/>
                  </a:cubicBezTo>
                  <a:cubicBezTo>
                    <a:pt x="2146681" y="254"/>
                    <a:pt x="1844929" y="381"/>
                    <a:pt x="1543177" y="381"/>
                  </a:cubicBezTo>
                  <a:cubicBezTo>
                    <a:pt x="1294257" y="381"/>
                    <a:pt x="1045337" y="381"/>
                    <a:pt x="796417" y="381"/>
                  </a:cubicBezTo>
                  <a:cubicBezTo>
                    <a:pt x="567309" y="381"/>
                    <a:pt x="338201" y="381"/>
                    <a:pt x="109220" y="381"/>
                  </a:cubicBezTo>
                  <a:cubicBezTo>
                    <a:pt x="105791" y="508"/>
                    <a:pt x="102235" y="508"/>
                    <a:pt x="98806" y="508"/>
                  </a:cubicBezTo>
                  <a:cubicBezTo>
                    <a:pt x="84963" y="508"/>
                    <a:pt x="71120" y="0"/>
                    <a:pt x="57277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462407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1509" y="0"/>
                  </a:moveTo>
                  <a:cubicBezTo>
                    <a:pt x="2407666" y="0"/>
                    <a:pt x="2393823" y="508"/>
                    <a:pt x="2379980" y="508"/>
                  </a:cubicBezTo>
                  <a:cubicBezTo>
                    <a:pt x="2376551" y="508"/>
                    <a:pt x="2372995" y="508"/>
                    <a:pt x="2369566" y="381"/>
                  </a:cubicBezTo>
                  <a:cubicBezTo>
                    <a:pt x="2140458" y="381"/>
                    <a:pt x="1911350" y="381"/>
                    <a:pt x="1682369" y="381"/>
                  </a:cubicBezTo>
                  <a:cubicBezTo>
                    <a:pt x="1433449" y="381"/>
                    <a:pt x="1184529" y="381"/>
                    <a:pt x="935609" y="381"/>
                  </a:cubicBezTo>
                  <a:cubicBezTo>
                    <a:pt x="633857" y="381"/>
                    <a:pt x="332105" y="381"/>
                    <a:pt x="30353" y="254"/>
                  </a:cubicBezTo>
                  <a:cubicBezTo>
                    <a:pt x="29337" y="127"/>
                    <a:pt x="28321" y="127"/>
                    <a:pt x="27178" y="127"/>
                  </a:cubicBezTo>
                  <a:cubicBezTo>
                    <a:pt x="13589" y="127"/>
                    <a:pt x="381" y="8763"/>
                    <a:pt x="127" y="23495"/>
                  </a:cubicBezTo>
                  <a:cubicBezTo>
                    <a:pt x="0" y="34290"/>
                    <a:pt x="7620" y="45212"/>
                    <a:pt x="18669" y="47371"/>
                  </a:cubicBezTo>
                  <a:cubicBezTo>
                    <a:pt x="28829" y="49403"/>
                    <a:pt x="38989" y="49911"/>
                    <a:pt x="49276" y="49911"/>
                  </a:cubicBezTo>
                  <a:cubicBezTo>
                    <a:pt x="58801" y="49911"/>
                    <a:pt x="68453" y="49530"/>
                    <a:pt x="77978" y="49530"/>
                  </a:cubicBezTo>
                  <a:cubicBezTo>
                    <a:pt x="80137" y="49530"/>
                    <a:pt x="82296" y="49530"/>
                    <a:pt x="84455" y="49657"/>
                  </a:cubicBezTo>
                  <a:cubicBezTo>
                    <a:pt x="468249" y="49657"/>
                    <a:pt x="852170" y="49657"/>
                    <a:pt x="1235964" y="49657"/>
                  </a:cubicBezTo>
                  <a:cubicBezTo>
                    <a:pt x="1619758" y="49657"/>
                    <a:pt x="2003679" y="49657"/>
                    <a:pt x="2387473" y="49657"/>
                  </a:cubicBezTo>
                  <a:cubicBezTo>
                    <a:pt x="2389886" y="49530"/>
                    <a:pt x="2392299" y="49530"/>
                    <a:pt x="2394712" y="49530"/>
                  </a:cubicBezTo>
                  <a:cubicBezTo>
                    <a:pt x="2404364" y="49530"/>
                    <a:pt x="2414143" y="50038"/>
                    <a:pt x="2423922" y="50038"/>
                  </a:cubicBezTo>
                  <a:cubicBezTo>
                    <a:pt x="2434971" y="50038"/>
                    <a:pt x="2445893" y="49403"/>
                    <a:pt x="2456688" y="46736"/>
                  </a:cubicBezTo>
                  <a:cubicBezTo>
                    <a:pt x="2478913" y="41783"/>
                    <a:pt x="2477008" y="3302"/>
                    <a:pt x="2453640" y="1778"/>
                  </a:cubicBezTo>
                  <a:cubicBezTo>
                    <a:pt x="2442972" y="508"/>
                    <a:pt x="2432177" y="254"/>
                    <a:pt x="2421382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62627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55499"/>
                  </a:moveTo>
                  <a:cubicBezTo>
                    <a:pt x="0" y="90297"/>
                    <a:pt x="39116" y="120523"/>
                    <a:pt x="72009" y="106807"/>
                  </a:cubicBezTo>
                  <a:cubicBezTo>
                    <a:pt x="98171" y="98679"/>
                    <a:pt x="113030" y="69342"/>
                    <a:pt x="105791" y="43180"/>
                  </a:cubicBezTo>
                  <a:cubicBezTo>
                    <a:pt x="100457" y="23114"/>
                    <a:pt x="82296" y="6350"/>
                    <a:pt x="61214" y="5207"/>
                  </a:cubicBezTo>
                  <a:cubicBezTo>
                    <a:pt x="31496" y="0"/>
                    <a:pt x="2032" y="25400"/>
                    <a:pt x="2286" y="55372"/>
                  </a:cubicBezTo>
                  <a:close/>
                  <a:moveTo>
                    <a:pt x="81407" y="48641"/>
                  </a:moveTo>
                  <a:cubicBezTo>
                    <a:pt x="89408" y="66929"/>
                    <a:pt x="68580" y="89154"/>
                    <a:pt x="49530" y="84582"/>
                  </a:cubicBezTo>
                  <a:cubicBezTo>
                    <a:pt x="36703" y="81788"/>
                    <a:pt x="26416" y="69215"/>
                    <a:pt x="26924" y="56007"/>
                  </a:cubicBezTo>
                  <a:cubicBezTo>
                    <a:pt x="28194" y="42418"/>
                    <a:pt x="39878" y="31242"/>
                    <a:pt x="52832" y="28575"/>
                  </a:cubicBezTo>
                  <a:cubicBezTo>
                    <a:pt x="65151" y="28702"/>
                    <a:pt x="77343" y="36830"/>
                    <a:pt x="81407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66416" y="429641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55499"/>
                  </a:moveTo>
                  <a:cubicBezTo>
                    <a:pt x="113030" y="90297"/>
                    <a:pt x="73914" y="120523"/>
                    <a:pt x="41021" y="106807"/>
                  </a:cubicBezTo>
                  <a:cubicBezTo>
                    <a:pt x="14859" y="98679"/>
                    <a:pt x="0" y="69342"/>
                    <a:pt x="7239" y="43180"/>
                  </a:cubicBezTo>
                  <a:cubicBezTo>
                    <a:pt x="12573" y="23114"/>
                    <a:pt x="30734" y="6350"/>
                    <a:pt x="51816" y="5207"/>
                  </a:cubicBezTo>
                  <a:cubicBezTo>
                    <a:pt x="81534" y="0"/>
                    <a:pt x="110998" y="25400"/>
                    <a:pt x="110744" y="55372"/>
                  </a:cubicBezTo>
                  <a:close/>
                  <a:moveTo>
                    <a:pt x="31623" y="48641"/>
                  </a:moveTo>
                  <a:cubicBezTo>
                    <a:pt x="23622" y="66929"/>
                    <a:pt x="44450" y="89154"/>
                    <a:pt x="63500" y="84582"/>
                  </a:cubicBezTo>
                  <a:cubicBezTo>
                    <a:pt x="76327" y="81788"/>
                    <a:pt x="86614" y="69215"/>
                    <a:pt x="86106" y="56007"/>
                  </a:cubicBezTo>
                  <a:cubicBezTo>
                    <a:pt x="84836" y="42418"/>
                    <a:pt x="73152" y="31242"/>
                    <a:pt x="60198" y="28575"/>
                  </a:cubicBezTo>
                  <a:cubicBezTo>
                    <a:pt x="47879" y="28702"/>
                    <a:pt x="35687" y="36830"/>
                    <a:pt x="31623" y="48641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98369" y="63754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524383"/>
                  </a:moveTo>
                  <a:cubicBezTo>
                    <a:pt x="1035050" y="523621"/>
                    <a:pt x="1047496" y="522605"/>
                    <a:pt x="1059942" y="521081"/>
                  </a:cubicBezTo>
                  <a:cubicBezTo>
                    <a:pt x="1198372" y="506984"/>
                    <a:pt x="1329817" y="452628"/>
                    <a:pt x="1447927" y="380873"/>
                  </a:cubicBezTo>
                  <a:cubicBezTo>
                    <a:pt x="1506601" y="345821"/>
                    <a:pt x="1558925" y="301371"/>
                    <a:pt x="1617472" y="265938"/>
                  </a:cubicBezTo>
                  <a:cubicBezTo>
                    <a:pt x="1675511" y="230505"/>
                    <a:pt x="1740662" y="202819"/>
                    <a:pt x="1809496" y="200787"/>
                  </a:cubicBezTo>
                  <a:cubicBezTo>
                    <a:pt x="1883918" y="202184"/>
                    <a:pt x="1956054" y="246634"/>
                    <a:pt x="1990090" y="312928"/>
                  </a:cubicBezTo>
                  <a:cubicBezTo>
                    <a:pt x="2015998" y="362839"/>
                    <a:pt x="2018411" y="422529"/>
                    <a:pt x="2003806" y="476250"/>
                  </a:cubicBezTo>
                  <a:cubicBezTo>
                    <a:pt x="1995170" y="509651"/>
                    <a:pt x="1979930" y="542544"/>
                    <a:pt x="1954149" y="566039"/>
                  </a:cubicBezTo>
                  <a:cubicBezTo>
                    <a:pt x="1929764" y="588137"/>
                    <a:pt x="1896364" y="598678"/>
                    <a:pt x="1863725" y="597535"/>
                  </a:cubicBezTo>
                  <a:cubicBezTo>
                    <a:pt x="1819528" y="598805"/>
                    <a:pt x="1771650" y="581279"/>
                    <a:pt x="1747393" y="542544"/>
                  </a:cubicBezTo>
                  <a:cubicBezTo>
                    <a:pt x="1719580" y="499364"/>
                    <a:pt x="1730883" y="433197"/>
                    <a:pt x="1776476" y="406908"/>
                  </a:cubicBezTo>
                  <a:cubicBezTo>
                    <a:pt x="1808480" y="387858"/>
                    <a:pt x="1848866" y="393319"/>
                    <a:pt x="1881124" y="408940"/>
                  </a:cubicBezTo>
                  <a:cubicBezTo>
                    <a:pt x="1896745" y="416179"/>
                    <a:pt x="1900555" y="434848"/>
                    <a:pt x="1912112" y="446278"/>
                  </a:cubicBezTo>
                  <a:cubicBezTo>
                    <a:pt x="1915668" y="434340"/>
                    <a:pt x="1920367" y="421894"/>
                    <a:pt x="1916683" y="409575"/>
                  </a:cubicBezTo>
                  <a:cubicBezTo>
                    <a:pt x="1911349" y="390017"/>
                    <a:pt x="1895855" y="374904"/>
                    <a:pt x="1878330" y="365633"/>
                  </a:cubicBezTo>
                  <a:cubicBezTo>
                    <a:pt x="1851278" y="350774"/>
                    <a:pt x="1818639" y="348996"/>
                    <a:pt x="1789049" y="355854"/>
                  </a:cubicBezTo>
                  <a:cubicBezTo>
                    <a:pt x="1747139" y="366014"/>
                    <a:pt x="1713483" y="402463"/>
                    <a:pt x="1705483" y="444754"/>
                  </a:cubicBezTo>
                  <a:cubicBezTo>
                    <a:pt x="1700022" y="475996"/>
                    <a:pt x="1703705" y="509651"/>
                    <a:pt x="1720596" y="536956"/>
                  </a:cubicBezTo>
                  <a:cubicBezTo>
                    <a:pt x="1743075" y="576072"/>
                    <a:pt x="1787779" y="598297"/>
                    <a:pt x="1831721" y="601980"/>
                  </a:cubicBezTo>
                  <a:cubicBezTo>
                    <a:pt x="1863598" y="602742"/>
                    <a:pt x="1896618" y="604901"/>
                    <a:pt x="1927225" y="593471"/>
                  </a:cubicBezTo>
                  <a:cubicBezTo>
                    <a:pt x="1973707" y="578104"/>
                    <a:pt x="2010156" y="539115"/>
                    <a:pt x="2026031" y="493268"/>
                  </a:cubicBezTo>
                  <a:cubicBezTo>
                    <a:pt x="2044065" y="440944"/>
                    <a:pt x="2044827" y="382651"/>
                    <a:pt x="2027174" y="330200"/>
                  </a:cubicBezTo>
                  <a:cubicBezTo>
                    <a:pt x="2004949" y="263779"/>
                    <a:pt x="1949450" y="211074"/>
                    <a:pt x="1883664" y="188214"/>
                  </a:cubicBezTo>
                  <a:cubicBezTo>
                    <a:pt x="1849120" y="174498"/>
                    <a:pt x="1811147" y="175514"/>
                    <a:pt x="1774698" y="178562"/>
                  </a:cubicBezTo>
                  <a:cubicBezTo>
                    <a:pt x="1687195" y="192024"/>
                    <a:pt x="1610106" y="239903"/>
                    <a:pt x="1540383" y="292100"/>
                  </a:cubicBezTo>
                  <a:cubicBezTo>
                    <a:pt x="1496568" y="325628"/>
                    <a:pt x="1451864" y="358013"/>
                    <a:pt x="1404112" y="385826"/>
                  </a:cubicBezTo>
                  <a:cubicBezTo>
                    <a:pt x="1288161" y="453771"/>
                    <a:pt x="1157477" y="503174"/>
                    <a:pt x="1022477" y="510794"/>
                  </a:cubicBezTo>
                  <a:cubicBezTo>
                    <a:pt x="887476" y="503301"/>
                    <a:pt x="756920" y="453898"/>
                    <a:pt x="640842" y="385826"/>
                  </a:cubicBezTo>
                  <a:cubicBezTo>
                    <a:pt x="593090" y="358013"/>
                    <a:pt x="548386" y="325501"/>
                    <a:pt x="504571" y="292100"/>
                  </a:cubicBezTo>
                  <a:cubicBezTo>
                    <a:pt x="434848" y="239903"/>
                    <a:pt x="357759" y="192024"/>
                    <a:pt x="270256" y="178562"/>
                  </a:cubicBezTo>
                  <a:cubicBezTo>
                    <a:pt x="233807" y="175514"/>
                    <a:pt x="195834" y="174498"/>
                    <a:pt x="161290" y="188214"/>
                  </a:cubicBezTo>
                  <a:cubicBezTo>
                    <a:pt x="95504" y="211074"/>
                    <a:pt x="40005" y="263779"/>
                    <a:pt x="17780" y="330200"/>
                  </a:cubicBezTo>
                  <a:cubicBezTo>
                    <a:pt x="0" y="382651"/>
                    <a:pt x="889" y="440944"/>
                    <a:pt x="18923" y="493268"/>
                  </a:cubicBezTo>
                  <a:cubicBezTo>
                    <a:pt x="34798" y="539115"/>
                    <a:pt x="71247" y="578104"/>
                    <a:pt x="117729" y="593471"/>
                  </a:cubicBezTo>
                  <a:cubicBezTo>
                    <a:pt x="148209" y="604901"/>
                    <a:pt x="181229" y="602742"/>
                    <a:pt x="213233" y="601980"/>
                  </a:cubicBezTo>
                  <a:cubicBezTo>
                    <a:pt x="257175" y="598170"/>
                    <a:pt x="301879" y="576072"/>
                    <a:pt x="324358" y="536956"/>
                  </a:cubicBezTo>
                  <a:cubicBezTo>
                    <a:pt x="341249" y="509651"/>
                    <a:pt x="344932" y="475996"/>
                    <a:pt x="339471" y="444754"/>
                  </a:cubicBezTo>
                  <a:cubicBezTo>
                    <a:pt x="331470" y="402463"/>
                    <a:pt x="297942" y="366014"/>
                    <a:pt x="255905" y="355854"/>
                  </a:cubicBezTo>
                  <a:cubicBezTo>
                    <a:pt x="226187" y="348996"/>
                    <a:pt x="193675" y="350774"/>
                    <a:pt x="166624" y="365633"/>
                  </a:cubicBezTo>
                  <a:cubicBezTo>
                    <a:pt x="149098" y="374904"/>
                    <a:pt x="133604" y="390017"/>
                    <a:pt x="128270" y="409575"/>
                  </a:cubicBezTo>
                  <a:cubicBezTo>
                    <a:pt x="124587" y="421894"/>
                    <a:pt x="129159" y="434467"/>
                    <a:pt x="132842" y="446278"/>
                  </a:cubicBezTo>
                  <a:cubicBezTo>
                    <a:pt x="144399" y="434721"/>
                    <a:pt x="148209" y="416179"/>
                    <a:pt x="163830" y="408940"/>
                  </a:cubicBezTo>
                  <a:cubicBezTo>
                    <a:pt x="196088" y="393319"/>
                    <a:pt x="236474" y="387985"/>
                    <a:pt x="268478" y="406908"/>
                  </a:cubicBezTo>
                  <a:cubicBezTo>
                    <a:pt x="314071" y="433197"/>
                    <a:pt x="325501" y="499491"/>
                    <a:pt x="297561" y="542544"/>
                  </a:cubicBezTo>
                  <a:cubicBezTo>
                    <a:pt x="273304" y="581279"/>
                    <a:pt x="225425" y="598805"/>
                    <a:pt x="181229" y="597535"/>
                  </a:cubicBezTo>
                  <a:cubicBezTo>
                    <a:pt x="148590" y="598678"/>
                    <a:pt x="115062" y="588137"/>
                    <a:pt x="90805" y="566039"/>
                  </a:cubicBezTo>
                  <a:cubicBezTo>
                    <a:pt x="65024" y="542417"/>
                    <a:pt x="49657" y="509651"/>
                    <a:pt x="41148" y="476250"/>
                  </a:cubicBezTo>
                  <a:cubicBezTo>
                    <a:pt x="26543" y="422529"/>
                    <a:pt x="28956" y="362839"/>
                    <a:pt x="54864" y="312928"/>
                  </a:cubicBezTo>
                  <a:cubicBezTo>
                    <a:pt x="88900" y="246634"/>
                    <a:pt x="161036" y="202184"/>
                    <a:pt x="235458" y="200787"/>
                  </a:cubicBezTo>
                  <a:cubicBezTo>
                    <a:pt x="304292" y="202946"/>
                    <a:pt x="369443" y="230505"/>
                    <a:pt x="427482" y="265938"/>
                  </a:cubicBezTo>
                  <a:cubicBezTo>
                    <a:pt x="486029" y="301244"/>
                    <a:pt x="538353" y="345821"/>
                    <a:pt x="597027" y="380873"/>
                  </a:cubicBezTo>
                  <a:cubicBezTo>
                    <a:pt x="715137" y="452628"/>
                    <a:pt x="846582" y="506984"/>
                    <a:pt x="985012" y="521081"/>
                  </a:cubicBezTo>
                  <a:cubicBezTo>
                    <a:pt x="997458" y="522478"/>
                    <a:pt x="1009903" y="523621"/>
                    <a:pt x="1022350" y="524383"/>
                  </a:cubicBezTo>
                  <a:lnTo>
                    <a:pt x="1022350" y="524383"/>
                  </a:lnTo>
                  <a:close/>
                  <a:moveTo>
                    <a:pt x="1022604" y="477520"/>
                  </a:moveTo>
                  <a:cubicBezTo>
                    <a:pt x="1090676" y="475361"/>
                    <a:pt x="1159764" y="451612"/>
                    <a:pt x="1208278" y="402590"/>
                  </a:cubicBezTo>
                  <a:cubicBezTo>
                    <a:pt x="1249807" y="359283"/>
                    <a:pt x="1278255" y="304800"/>
                    <a:pt x="1323848" y="265176"/>
                  </a:cubicBezTo>
                  <a:cubicBezTo>
                    <a:pt x="1346962" y="243459"/>
                    <a:pt x="1374521" y="227711"/>
                    <a:pt x="1400556" y="210185"/>
                  </a:cubicBezTo>
                  <a:cubicBezTo>
                    <a:pt x="1372743" y="207645"/>
                    <a:pt x="1345438" y="200279"/>
                    <a:pt x="1317371" y="198755"/>
                  </a:cubicBezTo>
                  <a:cubicBezTo>
                    <a:pt x="1274826" y="198247"/>
                    <a:pt x="1230757" y="200025"/>
                    <a:pt x="1191641" y="218313"/>
                  </a:cubicBezTo>
                  <a:cubicBezTo>
                    <a:pt x="1133475" y="244475"/>
                    <a:pt x="1092073" y="296672"/>
                    <a:pt x="1033907" y="322580"/>
                  </a:cubicBezTo>
                  <a:cubicBezTo>
                    <a:pt x="1030224" y="324104"/>
                    <a:pt x="1026414" y="325501"/>
                    <a:pt x="1022731" y="326898"/>
                  </a:cubicBezTo>
                  <a:cubicBezTo>
                    <a:pt x="1018921" y="325628"/>
                    <a:pt x="1015238" y="324104"/>
                    <a:pt x="1011555" y="322580"/>
                  </a:cubicBezTo>
                  <a:cubicBezTo>
                    <a:pt x="953389" y="296672"/>
                    <a:pt x="911987" y="244475"/>
                    <a:pt x="853821" y="218313"/>
                  </a:cubicBezTo>
                  <a:cubicBezTo>
                    <a:pt x="814578" y="200025"/>
                    <a:pt x="770509" y="198374"/>
                    <a:pt x="728091" y="198755"/>
                  </a:cubicBezTo>
                  <a:cubicBezTo>
                    <a:pt x="700151" y="200279"/>
                    <a:pt x="672846" y="207645"/>
                    <a:pt x="644906" y="210185"/>
                  </a:cubicBezTo>
                  <a:cubicBezTo>
                    <a:pt x="670941" y="227838"/>
                    <a:pt x="698500" y="243459"/>
                    <a:pt x="721614" y="265176"/>
                  </a:cubicBezTo>
                  <a:cubicBezTo>
                    <a:pt x="767207" y="304800"/>
                    <a:pt x="795655" y="359283"/>
                    <a:pt x="837184" y="402590"/>
                  </a:cubicBezTo>
                  <a:cubicBezTo>
                    <a:pt x="885571" y="451612"/>
                    <a:pt x="954659" y="475361"/>
                    <a:pt x="1022731" y="477520"/>
                  </a:cubicBezTo>
                  <a:close/>
                  <a:moveTo>
                    <a:pt x="1022604" y="357251"/>
                  </a:moveTo>
                  <a:cubicBezTo>
                    <a:pt x="1039876" y="351663"/>
                    <a:pt x="1056386" y="344170"/>
                    <a:pt x="1071499" y="333883"/>
                  </a:cubicBezTo>
                  <a:cubicBezTo>
                    <a:pt x="1123442" y="300736"/>
                    <a:pt x="1160145" y="246634"/>
                    <a:pt x="1218311" y="223012"/>
                  </a:cubicBezTo>
                  <a:cubicBezTo>
                    <a:pt x="1270254" y="203835"/>
                    <a:pt x="1327531" y="200406"/>
                    <a:pt x="1381125" y="214757"/>
                  </a:cubicBezTo>
                  <a:cubicBezTo>
                    <a:pt x="1343279" y="238887"/>
                    <a:pt x="1306322" y="265303"/>
                    <a:pt x="1275461" y="298196"/>
                  </a:cubicBezTo>
                  <a:cubicBezTo>
                    <a:pt x="1233297" y="343281"/>
                    <a:pt x="1195324" y="396367"/>
                    <a:pt x="1136650" y="421386"/>
                  </a:cubicBezTo>
                  <a:cubicBezTo>
                    <a:pt x="1100582" y="437007"/>
                    <a:pt x="1061847" y="445897"/>
                    <a:pt x="1022731" y="448310"/>
                  </a:cubicBezTo>
                  <a:cubicBezTo>
                    <a:pt x="983488" y="445897"/>
                    <a:pt x="944753" y="437007"/>
                    <a:pt x="908812" y="421386"/>
                  </a:cubicBezTo>
                  <a:cubicBezTo>
                    <a:pt x="850138" y="396367"/>
                    <a:pt x="812165" y="343281"/>
                    <a:pt x="770001" y="298196"/>
                  </a:cubicBezTo>
                  <a:cubicBezTo>
                    <a:pt x="739140" y="265303"/>
                    <a:pt x="702183" y="239014"/>
                    <a:pt x="664337" y="214757"/>
                  </a:cubicBezTo>
                  <a:cubicBezTo>
                    <a:pt x="717931" y="200406"/>
                    <a:pt x="775208" y="203835"/>
                    <a:pt x="827151" y="223012"/>
                  </a:cubicBezTo>
                  <a:cubicBezTo>
                    <a:pt x="885190" y="246761"/>
                    <a:pt x="922020" y="300736"/>
                    <a:pt x="973963" y="333883"/>
                  </a:cubicBezTo>
                  <a:cubicBezTo>
                    <a:pt x="988949" y="344170"/>
                    <a:pt x="1005586" y="351663"/>
                    <a:pt x="1022858" y="357251"/>
                  </a:cubicBezTo>
                  <a:close/>
                  <a:moveTo>
                    <a:pt x="1022604" y="308737"/>
                  </a:moveTo>
                  <a:cubicBezTo>
                    <a:pt x="1055878" y="285369"/>
                    <a:pt x="1081913" y="251460"/>
                    <a:pt x="1096010" y="213233"/>
                  </a:cubicBezTo>
                  <a:cubicBezTo>
                    <a:pt x="1116838" y="157099"/>
                    <a:pt x="1114298" y="88011"/>
                    <a:pt x="1075182" y="40132"/>
                  </a:cubicBezTo>
                  <a:cubicBezTo>
                    <a:pt x="1061212" y="22479"/>
                    <a:pt x="1042924" y="9017"/>
                    <a:pt x="1022603" y="0"/>
                  </a:cubicBezTo>
                  <a:cubicBezTo>
                    <a:pt x="1002283" y="9017"/>
                    <a:pt x="983995" y="22479"/>
                    <a:pt x="970025" y="40132"/>
                  </a:cubicBezTo>
                  <a:cubicBezTo>
                    <a:pt x="930909" y="87884"/>
                    <a:pt x="928496" y="156972"/>
                    <a:pt x="949197" y="213233"/>
                  </a:cubicBezTo>
                  <a:cubicBezTo>
                    <a:pt x="963294" y="251460"/>
                    <a:pt x="989202" y="285369"/>
                    <a:pt x="1022603" y="308737"/>
                  </a:cubicBezTo>
                  <a:close/>
                  <a:moveTo>
                    <a:pt x="1022604" y="11430"/>
                  </a:moveTo>
                  <a:cubicBezTo>
                    <a:pt x="1046734" y="23622"/>
                    <a:pt x="1067181" y="42672"/>
                    <a:pt x="1079754" y="66929"/>
                  </a:cubicBezTo>
                  <a:cubicBezTo>
                    <a:pt x="1097153" y="97536"/>
                    <a:pt x="1098931" y="134112"/>
                    <a:pt x="1095248" y="168402"/>
                  </a:cubicBezTo>
                  <a:cubicBezTo>
                    <a:pt x="1088263" y="216916"/>
                    <a:pt x="1061466" y="262382"/>
                    <a:pt x="1022731" y="292227"/>
                  </a:cubicBezTo>
                  <a:cubicBezTo>
                    <a:pt x="983996" y="262255"/>
                    <a:pt x="957072" y="216916"/>
                    <a:pt x="950214" y="168402"/>
                  </a:cubicBezTo>
                  <a:cubicBezTo>
                    <a:pt x="946531" y="134112"/>
                    <a:pt x="948309" y="97536"/>
                    <a:pt x="965708" y="66929"/>
                  </a:cubicBezTo>
                  <a:cubicBezTo>
                    <a:pt x="978154" y="42545"/>
                    <a:pt x="998728" y="23622"/>
                    <a:pt x="1022858" y="11430"/>
                  </a:cubicBezTo>
                  <a:lnTo>
                    <a:pt x="1022858" y="11430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960114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82042"/>
                  </a:moveTo>
                  <a:cubicBezTo>
                    <a:pt x="347853" y="60325"/>
                    <a:pt x="326644" y="47371"/>
                    <a:pt x="307467" y="35560"/>
                  </a:cubicBezTo>
                  <a:cubicBezTo>
                    <a:pt x="245364" y="0"/>
                    <a:pt x="168783" y="1270"/>
                    <a:pt x="101981" y="21844"/>
                  </a:cubicBezTo>
                  <a:cubicBezTo>
                    <a:pt x="66167" y="33401"/>
                    <a:pt x="30099" y="46990"/>
                    <a:pt x="0" y="70358"/>
                  </a:cubicBezTo>
                  <a:cubicBezTo>
                    <a:pt x="89154" y="68072"/>
                    <a:pt x="169291" y="112268"/>
                    <a:pt x="254762" y="130048"/>
                  </a:cubicBezTo>
                  <a:cubicBezTo>
                    <a:pt x="280924" y="134874"/>
                    <a:pt x="308864" y="134112"/>
                    <a:pt x="333756" y="123952"/>
                  </a:cubicBezTo>
                  <a:cubicBezTo>
                    <a:pt x="349758" y="117729"/>
                    <a:pt x="363728" y="99695"/>
                    <a:pt x="356870" y="82169"/>
                  </a:cubicBezTo>
                  <a:lnTo>
                    <a:pt x="356870" y="82169"/>
                  </a:lnTo>
                  <a:close/>
                  <a:moveTo>
                    <a:pt x="260858" y="103632"/>
                  </a:moveTo>
                  <a:cubicBezTo>
                    <a:pt x="184531" y="89916"/>
                    <a:pt x="110744" y="58674"/>
                    <a:pt x="32131" y="60960"/>
                  </a:cubicBezTo>
                  <a:cubicBezTo>
                    <a:pt x="81407" y="42291"/>
                    <a:pt x="133858" y="29972"/>
                    <a:pt x="186690" y="30607"/>
                  </a:cubicBezTo>
                  <a:cubicBezTo>
                    <a:pt x="240030" y="32639"/>
                    <a:pt x="297180" y="49657"/>
                    <a:pt x="331851" y="92583"/>
                  </a:cubicBezTo>
                  <a:cubicBezTo>
                    <a:pt x="310769" y="105537"/>
                    <a:pt x="284988" y="107442"/>
                    <a:pt x="260858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118358" y="48628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82042"/>
                  </a:moveTo>
                  <a:cubicBezTo>
                    <a:pt x="15875" y="60325"/>
                    <a:pt x="37084" y="47371"/>
                    <a:pt x="56261" y="35560"/>
                  </a:cubicBezTo>
                  <a:cubicBezTo>
                    <a:pt x="118364" y="0"/>
                    <a:pt x="194945" y="1270"/>
                    <a:pt x="261747" y="21844"/>
                  </a:cubicBezTo>
                  <a:cubicBezTo>
                    <a:pt x="297561" y="33401"/>
                    <a:pt x="333629" y="46990"/>
                    <a:pt x="363728" y="70358"/>
                  </a:cubicBezTo>
                  <a:cubicBezTo>
                    <a:pt x="274574" y="68072"/>
                    <a:pt x="194437" y="112268"/>
                    <a:pt x="108966" y="130048"/>
                  </a:cubicBezTo>
                  <a:cubicBezTo>
                    <a:pt x="82804" y="134874"/>
                    <a:pt x="54864" y="134112"/>
                    <a:pt x="29972" y="123952"/>
                  </a:cubicBezTo>
                  <a:cubicBezTo>
                    <a:pt x="13970" y="117729"/>
                    <a:pt x="0" y="99695"/>
                    <a:pt x="6858" y="82169"/>
                  </a:cubicBezTo>
                  <a:lnTo>
                    <a:pt x="6858" y="82169"/>
                  </a:lnTo>
                  <a:close/>
                  <a:moveTo>
                    <a:pt x="102870" y="103632"/>
                  </a:moveTo>
                  <a:cubicBezTo>
                    <a:pt x="179197" y="89916"/>
                    <a:pt x="252984" y="58674"/>
                    <a:pt x="331597" y="60960"/>
                  </a:cubicBezTo>
                  <a:cubicBezTo>
                    <a:pt x="282321" y="42291"/>
                    <a:pt x="229870" y="29972"/>
                    <a:pt x="177038" y="30607"/>
                  </a:cubicBezTo>
                  <a:cubicBezTo>
                    <a:pt x="123698" y="32639"/>
                    <a:pt x="66548" y="49657"/>
                    <a:pt x="31877" y="92583"/>
                  </a:cubicBezTo>
                  <a:cubicBezTo>
                    <a:pt x="52959" y="105537"/>
                    <a:pt x="78740" y="107442"/>
                    <a:pt x="102870" y="103759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2897" y="8891902"/>
            <a:ext cx="7442197" cy="732787"/>
            <a:chOff x="0" y="0"/>
            <a:chExt cx="7442200" cy="732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9787" y="220091"/>
              <a:ext cx="2479040" cy="50038"/>
            </a:xfrm>
            <a:custGeom>
              <a:avLst/>
              <a:gdLst/>
              <a:ahLst/>
              <a:cxnLst/>
              <a:rect r="r" b="b" t="t" l="l"/>
              <a:pathLst>
                <a:path h="50038" w="2479040">
                  <a:moveTo>
                    <a:pt x="54991" y="254"/>
                  </a:moveTo>
                  <a:cubicBezTo>
                    <a:pt x="43942" y="254"/>
                    <a:pt x="33020" y="889"/>
                    <a:pt x="22225" y="3556"/>
                  </a:cubicBezTo>
                  <a:cubicBezTo>
                    <a:pt x="0" y="8509"/>
                    <a:pt x="1905" y="46990"/>
                    <a:pt x="25273" y="48514"/>
                  </a:cubicBezTo>
                  <a:cubicBezTo>
                    <a:pt x="35941" y="49784"/>
                    <a:pt x="46736" y="50038"/>
                    <a:pt x="57531" y="50038"/>
                  </a:cubicBezTo>
                  <a:cubicBezTo>
                    <a:pt x="71374" y="50038"/>
                    <a:pt x="85217" y="49530"/>
                    <a:pt x="99060" y="49530"/>
                  </a:cubicBezTo>
                  <a:cubicBezTo>
                    <a:pt x="102489" y="49530"/>
                    <a:pt x="106045" y="49530"/>
                    <a:pt x="109474" y="49657"/>
                  </a:cubicBezTo>
                  <a:cubicBezTo>
                    <a:pt x="338709" y="49657"/>
                    <a:pt x="567944" y="49657"/>
                    <a:pt x="797179" y="49657"/>
                  </a:cubicBezTo>
                  <a:cubicBezTo>
                    <a:pt x="1045845" y="49657"/>
                    <a:pt x="1294511" y="49657"/>
                    <a:pt x="1543304" y="49657"/>
                  </a:cubicBezTo>
                  <a:cubicBezTo>
                    <a:pt x="1845056" y="49657"/>
                    <a:pt x="2146935" y="49657"/>
                    <a:pt x="2448687" y="49784"/>
                  </a:cubicBezTo>
                  <a:cubicBezTo>
                    <a:pt x="2449703" y="49911"/>
                    <a:pt x="2450719" y="49911"/>
                    <a:pt x="2451862" y="49911"/>
                  </a:cubicBezTo>
                  <a:cubicBezTo>
                    <a:pt x="2465451" y="49911"/>
                    <a:pt x="2478659" y="41275"/>
                    <a:pt x="2478913" y="26543"/>
                  </a:cubicBezTo>
                  <a:cubicBezTo>
                    <a:pt x="2479040" y="15748"/>
                    <a:pt x="2471420" y="4826"/>
                    <a:pt x="2460371" y="2667"/>
                  </a:cubicBezTo>
                  <a:cubicBezTo>
                    <a:pt x="2450211" y="635"/>
                    <a:pt x="2440051" y="127"/>
                    <a:pt x="2429764" y="127"/>
                  </a:cubicBezTo>
                  <a:cubicBezTo>
                    <a:pt x="2420239" y="127"/>
                    <a:pt x="2410587" y="508"/>
                    <a:pt x="2401062" y="508"/>
                  </a:cubicBezTo>
                  <a:cubicBezTo>
                    <a:pt x="2398903" y="508"/>
                    <a:pt x="2396744" y="508"/>
                    <a:pt x="2394585" y="381"/>
                  </a:cubicBezTo>
                  <a:cubicBezTo>
                    <a:pt x="2010791" y="381"/>
                    <a:pt x="1626870" y="381"/>
                    <a:pt x="1243076" y="381"/>
                  </a:cubicBezTo>
                  <a:cubicBezTo>
                    <a:pt x="859282" y="381"/>
                    <a:pt x="475361" y="381"/>
                    <a:pt x="91567" y="381"/>
                  </a:cubicBezTo>
                  <a:cubicBezTo>
                    <a:pt x="89154" y="508"/>
                    <a:pt x="86741" y="508"/>
                    <a:pt x="84328" y="508"/>
                  </a:cubicBezTo>
                  <a:cubicBezTo>
                    <a:pt x="74676" y="508"/>
                    <a:pt x="64897" y="0"/>
                    <a:pt x="55118" y="0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63500" y="220345"/>
              <a:ext cx="2478913" cy="50038"/>
            </a:xfrm>
            <a:custGeom>
              <a:avLst/>
              <a:gdLst/>
              <a:ahLst/>
              <a:cxnLst/>
              <a:rect r="r" b="b" t="t" l="l"/>
              <a:pathLst>
                <a:path h="50038" w="2478913">
                  <a:moveTo>
                    <a:pt x="2423922" y="0"/>
                  </a:moveTo>
                  <a:cubicBezTo>
                    <a:pt x="2414143" y="0"/>
                    <a:pt x="2404491" y="508"/>
                    <a:pt x="2394712" y="508"/>
                  </a:cubicBezTo>
                  <a:cubicBezTo>
                    <a:pt x="2392299" y="508"/>
                    <a:pt x="2389886" y="508"/>
                    <a:pt x="2387473" y="381"/>
                  </a:cubicBezTo>
                  <a:cubicBezTo>
                    <a:pt x="2003679" y="381"/>
                    <a:pt x="1619758" y="381"/>
                    <a:pt x="1235964" y="381"/>
                  </a:cubicBezTo>
                  <a:cubicBezTo>
                    <a:pt x="852170" y="381"/>
                    <a:pt x="468376" y="381"/>
                    <a:pt x="84455" y="381"/>
                  </a:cubicBezTo>
                  <a:cubicBezTo>
                    <a:pt x="82296" y="381"/>
                    <a:pt x="80137" y="508"/>
                    <a:pt x="77978" y="508"/>
                  </a:cubicBezTo>
                  <a:cubicBezTo>
                    <a:pt x="68453" y="508"/>
                    <a:pt x="58801" y="127"/>
                    <a:pt x="49276" y="127"/>
                  </a:cubicBezTo>
                  <a:cubicBezTo>
                    <a:pt x="38989" y="127"/>
                    <a:pt x="28702" y="635"/>
                    <a:pt x="18669" y="2667"/>
                  </a:cubicBezTo>
                  <a:cubicBezTo>
                    <a:pt x="7620" y="4826"/>
                    <a:pt x="0" y="15621"/>
                    <a:pt x="127" y="26543"/>
                  </a:cubicBezTo>
                  <a:cubicBezTo>
                    <a:pt x="381" y="41275"/>
                    <a:pt x="13589" y="49911"/>
                    <a:pt x="27178" y="49911"/>
                  </a:cubicBezTo>
                  <a:cubicBezTo>
                    <a:pt x="28194" y="49911"/>
                    <a:pt x="29210" y="49911"/>
                    <a:pt x="30353" y="49784"/>
                  </a:cubicBezTo>
                  <a:cubicBezTo>
                    <a:pt x="332105" y="49784"/>
                    <a:pt x="633984" y="49657"/>
                    <a:pt x="935736" y="49657"/>
                  </a:cubicBezTo>
                  <a:cubicBezTo>
                    <a:pt x="1184402" y="49657"/>
                    <a:pt x="1433068" y="49657"/>
                    <a:pt x="1681861" y="49657"/>
                  </a:cubicBezTo>
                  <a:cubicBezTo>
                    <a:pt x="1911096" y="49657"/>
                    <a:pt x="2140331" y="49657"/>
                    <a:pt x="2369566" y="49657"/>
                  </a:cubicBezTo>
                  <a:cubicBezTo>
                    <a:pt x="2372995" y="49530"/>
                    <a:pt x="2376424" y="49530"/>
                    <a:pt x="2379980" y="49530"/>
                  </a:cubicBezTo>
                  <a:cubicBezTo>
                    <a:pt x="2393823" y="49530"/>
                    <a:pt x="2407666" y="50038"/>
                    <a:pt x="2421509" y="50038"/>
                  </a:cubicBezTo>
                  <a:cubicBezTo>
                    <a:pt x="2432304" y="50038"/>
                    <a:pt x="2443099" y="49657"/>
                    <a:pt x="2453767" y="48514"/>
                  </a:cubicBezTo>
                  <a:cubicBezTo>
                    <a:pt x="2477008" y="46990"/>
                    <a:pt x="2478913" y="8509"/>
                    <a:pt x="2456815" y="3556"/>
                  </a:cubicBezTo>
                  <a:cubicBezTo>
                    <a:pt x="2446020" y="889"/>
                    <a:pt x="2435098" y="254"/>
                    <a:pt x="2424049" y="254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762627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2159" y="65024"/>
                  </a:moveTo>
                  <a:cubicBezTo>
                    <a:pt x="0" y="30226"/>
                    <a:pt x="39116" y="0"/>
                    <a:pt x="72009" y="13716"/>
                  </a:cubicBezTo>
                  <a:cubicBezTo>
                    <a:pt x="98171" y="21844"/>
                    <a:pt x="113030" y="51181"/>
                    <a:pt x="105791" y="77343"/>
                  </a:cubicBezTo>
                  <a:cubicBezTo>
                    <a:pt x="100457" y="97409"/>
                    <a:pt x="82296" y="114173"/>
                    <a:pt x="61214" y="115316"/>
                  </a:cubicBezTo>
                  <a:cubicBezTo>
                    <a:pt x="31496" y="120523"/>
                    <a:pt x="2032" y="95123"/>
                    <a:pt x="2286" y="65151"/>
                  </a:cubicBezTo>
                  <a:close/>
                  <a:moveTo>
                    <a:pt x="81407" y="71882"/>
                  </a:moveTo>
                  <a:cubicBezTo>
                    <a:pt x="89408" y="53594"/>
                    <a:pt x="68580" y="31369"/>
                    <a:pt x="49530" y="35941"/>
                  </a:cubicBezTo>
                  <a:cubicBezTo>
                    <a:pt x="36703" y="38735"/>
                    <a:pt x="26416" y="51308"/>
                    <a:pt x="26924" y="64516"/>
                  </a:cubicBezTo>
                  <a:cubicBezTo>
                    <a:pt x="28194" y="78105"/>
                    <a:pt x="39878" y="89281"/>
                    <a:pt x="52832" y="91948"/>
                  </a:cubicBezTo>
                  <a:cubicBezTo>
                    <a:pt x="65151" y="91821"/>
                    <a:pt x="77343" y="83693"/>
                    <a:pt x="81407" y="71882"/>
                  </a:cubicBezTo>
                  <a:lnTo>
                    <a:pt x="81407" y="71882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66416" y="182499"/>
              <a:ext cx="113030" cy="120523"/>
            </a:xfrm>
            <a:custGeom>
              <a:avLst/>
              <a:gdLst/>
              <a:ahLst/>
              <a:cxnLst/>
              <a:rect r="r" b="b" t="t" l="l"/>
              <a:pathLst>
                <a:path h="120523" w="113030">
                  <a:moveTo>
                    <a:pt x="110871" y="65024"/>
                  </a:moveTo>
                  <a:cubicBezTo>
                    <a:pt x="113030" y="30226"/>
                    <a:pt x="73914" y="0"/>
                    <a:pt x="41021" y="13716"/>
                  </a:cubicBezTo>
                  <a:cubicBezTo>
                    <a:pt x="14859" y="21844"/>
                    <a:pt x="0" y="51181"/>
                    <a:pt x="7239" y="77343"/>
                  </a:cubicBezTo>
                  <a:cubicBezTo>
                    <a:pt x="12573" y="97409"/>
                    <a:pt x="30734" y="114173"/>
                    <a:pt x="51816" y="115316"/>
                  </a:cubicBezTo>
                  <a:cubicBezTo>
                    <a:pt x="81534" y="120523"/>
                    <a:pt x="110998" y="95123"/>
                    <a:pt x="110744" y="65151"/>
                  </a:cubicBezTo>
                  <a:close/>
                  <a:moveTo>
                    <a:pt x="31623" y="71882"/>
                  </a:moveTo>
                  <a:cubicBezTo>
                    <a:pt x="23622" y="53594"/>
                    <a:pt x="44450" y="31369"/>
                    <a:pt x="63500" y="35941"/>
                  </a:cubicBezTo>
                  <a:cubicBezTo>
                    <a:pt x="76327" y="38735"/>
                    <a:pt x="86614" y="51308"/>
                    <a:pt x="86106" y="64516"/>
                  </a:cubicBezTo>
                  <a:cubicBezTo>
                    <a:pt x="84836" y="78105"/>
                    <a:pt x="73152" y="89281"/>
                    <a:pt x="60198" y="91948"/>
                  </a:cubicBezTo>
                  <a:cubicBezTo>
                    <a:pt x="47879" y="91821"/>
                    <a:pt x="35687" y="83693"/>
                    <a:pt x="31623" y="71882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98369" y="64135"/>
              <a:ext cx="2044827" cy="604901"/>
            </a:xfrm>
            <a:custGeom>
              <a:avLst/>
              <a:gdLst/>
              <a:ahLst/>
              <a:cxnLst/>
              <a:rect r="r" b="b" t="t" l="l"/>
              <a:pathLst>
                <a:path h="604901" w="2044827">
                  <a:moveTo>
                    <a:pt x="1022604" y="80518"/>
                  </a:moveTo>
                  <a:cubicBezTo>
                    <a:pt x="1035050" y="81280"/>
                    <a:pt x="1047496" y="82296"/>
                    <a:pt x="1059942" y="83820"/>
                  </a:cubicBezTo>
                  <a:cubicBezTo>
                    <a:pt x="1198372" y="97917"/>
                    <a:pt x="1329817" y="152273"/>
                    <a:pt x="1447927" y="224028"/>
                  </a:cubicBezTo>
                  <a:cubicBezTo>
                    <a:pt x="1506601" y="259080"/>
                    <a:pt x="1558925" y="303530"/>
                    <a:pt x="1617472" y="338963"/>
                  </a:cubicBezTo>
                  <a:cubicBezTo>
                    <a:pt x="1675511" y="374396"/>
                    <a:pt x="1740662" y="402082"/>
                    <a:pt x="1809496" y="404114"/>
                  </a:cubicBezTo>
                  <a:cubicBezTo>
                    <a:pt x="1883918" y="402717"/>
                    <a:pt x="1956054" y="358267"/>
                    <a:pt x="1990090" y="291973"/>
                  </a:cubicBezTo>
                  <a:cubicBezTo>
                    <a:pt x="2015998" y="242062"/>
                    <a:pt x="2018411" y="182372"/>
                    <a:pt x="2003806" y="128651"/>
                  </a:cubicBezTo>
                  <a:cubicBezTo>
                    <a:pt x="1995170" y="95250"/>
                    <a:pt x="1979930" y="62357"/>
                    <a:pt x="1954149" y="38862"/>
                  </a:cubicBezTo>
                  <a:cubicBezTo>
                    <a:pt x="1929764" y="16764"/>
                    <a:pt x="1896364" y="6223"/>
                    <a:pt x="1863725" y="7366"/>
                  </a:cubicBezTo>
                  <a:cubicBezTo>
                    <a:pt x="1819528" y="6096"/>
                    <a:pt x="1771650" y="23622"/>
                    <a:pt x="1747393" y="62357"/>
                  </a:cubicBezTo>
                  <a:cubicBezTo>
                    <a:pt x="1719580" y="105537"/>
                    <a:pt x="1730883" y="171704"/>
                    <a:pt x="1776476" y="197993"/>
                  </a:cubicBezTo>
                  <a:cubicBezTo>
                    <a:pt x="1808480" y="217043"/>
                    <a:pt x="1848866" y="211582"/>
                    <a:pt x="1881124" y="195961"/>
                  </a:cubicBezTo>
                  <a:cubicBezTo>
                    <a:pt x="1896745" y="188722"/>
                    <a:pt x="1900555" y="170053"/>
                    <a:pt x="1912112" y="158623"/>
                  </a:cubicBezTo>
                  <a:cubicBezTo>
                    <a:pt x="1915668" y="170561"/>
                    <a:pt x="1920367" y="183007"/>
                    <a:pt x="1916683" y="195326"/>
                  </a:cubicBezTo>
                  <a:cubicBezTo>
                    <a:pt x="1911349" y="214884"/>
                    <a:pt x="1895855" y="229997"/>
                    <a:pt x="1878330" y="239268"/>
                  </a:cubicBezTo>
                  <a:cubicBezTo>
                    <a:pt x="1851278" y="254127"/>
                    <a:pt x="1818639" y="255905"/>
                    <a:pt x="1789049" y="249047"/>
                  </a:cubicBezTo>
                  <a:cubicBezTo>
                    <a:pt x="1747139" y="238887"/>
                    <a:pt x="1713483" y="202438"/>
                    <a:pt x="1705483" y="160147"/>
                  </a:cubicBezTo>
                  <a:cubicBezTo>
                    <a:pt x="1700022" y="128905"/>
                    <a:pt x="1703705" y="95250"/>
                    <a:pt x="1720596" y="67945"/>
                  </a:cubicBezTo>
                  <a:cubicBezTo>
                    <a:pt x="1743075" y="28829"/>
                    <a:pt x="1787779" y="6604"/>
                    <a:pt x="1831721" y="2921"/>
                  </a:cubicBezTo>
                  <a:cubicBezTo>
                    <a:pt x="1863598" y="2159"/>
                    <a:pt x="1896618" y="0"/>
                    <a:pt x="1927225" y="11430"/>
                  </a:cubicBezTo>
                  <a:cubicBezTo>
                    <a:pt x="1973707" y="26797"/>
                    <a:pt x="2010156" y="65786"/>
                    <a:pt x="2026031" y="111633"/>
                  </a:cubicBezTo>
                  <a:cubicBezTo>
                    <a:pt x="2044065" y="163957"/>
                    <a:pt x="2044827" y="222250"/>
                    <a:pt x="2027174" y="274701"/>
                  </a:cubicBezTo>
                  <a:cubicBezTo>
                    <a:pt x="2004949" y="341122"/>
                    <a:pt x="1949450" y="393827"/>
                    <a:pt x="1883664" y="416687"/>
                  </a:cubicBezTo>
                  <a:cubicBezTo>
                    <a:pt x="1849120" y="430403"/>
                    <a:pt x="1811147" y="429387"/>
                    <a:pt x="1774698" y="426339"/>
                  </a:cubicBezTo>
                  <a:cubicBezTo>
                    <a:pt x="1687195" y="412877"/>
                    <a:pt x="1610106" y="364998"/>
                    <a:pt x="1540383" y="312801"/>
                  </a:cubicBezTo>
                  <a:cubicBezTo>
                    <a:pt x="1496568" y="279273"/>
                    <a:pt x="1451864" y="246888"/>
                    <a:pt x="1404112" y="219075"/>
                  </a:cubicBezTo>
                  <a:cubicBezTo>
                    <a:pt x="1288161" y="151130"/>
                    <a:pt x="1157477" y="101727"/>
                    <a:pt x="1022477" y="94107"/>
                  </a:cubicBezTo>
                  <a:cubicBezTo>
                    <a:pt x="887476" y="101600"/>
                    <a:pt x="756920" y="151003"/>
                    <a:pt x="640842" y="219075"/>
                  </a:cubicBezTo>
                  <a:cubicBezTo>
                    <a:pt x="593090" y="246888"/>
                    <a:pt x="548386" y="279400"/>
                    <a:pt x="504571" y="312801"/>
                  </a:cubicBezTo>
                  <a:cubicBezTo>
                    <a:pt x="434848" y="364998"/>
                    <a:pt x="357759" y="412877"/>
                    <a:pt x="270256" y="426339"/>
                  </a:cubicBezTo>
                  <a:cubicBezTo>
                    <a:pt x="233807" y="429387"/>
                    <a:pt x="195834" y="430403"/>
                    <a:pt x="161290" y="416687"/>
                  </a:cubicBezTo>
                  <a:cubicBezTo>
                    <a:pt x="95504" y="393827"/>
                    <a:pt x="40005" y="341122"/>
                    <a:pt x="17780" y="274701"/>
                  </a:cubicBezTo>
                  <a:cubicBezTo>
                    <a:pt x="0" y="222250"/>
                    <a:pt x="889" y="163957"/>
                    <a:pt x="18923" y="111633"/>
                  </a:cubicBezTo>
                  <a:cubicBezTo>
                    <a:pt x="34798" y="65786"/>
                    <a:pt x="71247" y="26797"/>
                    <a:pt x="117729" y="11430"/>
                  </a:cubicBezTo>
                  <a:cubicBezTo>
                    <a:pt x="148209" y="0"/>
                    <a:pt x="181229" y="2159"/>
                    <a:pt x="213233" y="2921"/>
                  </a:cubicBezTo>
                  <a:cubicBezTo>
                    <a:pt x="257175" y="6731"/>
                    <a:pt x="301879" y="28829"/>
                    <a:pt x="324358" y="67945"/>
                  </a:cubicBezTo>
                  <a:cubicBezTo>
                    <a:pt x="341249" y="95250"/>
                    <a:pt x="344932" y="128905"/>
                    <a:pt x="339471" y="160147"/>
                  </a:cubicBezTo>
                  <a:cubicBezTo>
                    <a:pt x="331470" y="202438"/>
                    <a:pt x="297942" y="238887"/>
                    <a:pt x="255905" y="249047"/>
                  </a:cubicBezTo>
                  <a:cubicBezTo>
                    <a:pt x="226187" y="255905"/>
                    <a:pt x="193675" y="254127"/>
                    <a:pt x="166624" y="239268"/>
                  </a:cubicBezTo>
                  <a:cubicBezTo>
                    <a:pt x="149098" y="229997"/>
                    <a:pt x="133604" y="214884"/>
                    <a:pt x="128270" y="195326"/>
                  </a:cubicBezTo>
                  <a:cubicBezTo>
                    <a:pt x="124587" y="183007"/>
                    <a:pt x="129159" y="170434"/>
                    <a:pt x="132842" y="158623"/>
                  </a:cubicBezTo>
                  <a:cubicBezTo>
                    <a:pt x="144399" y="170180"/>
                    <a:pt x="148209" y="188722"/>
                    <a:pt x="163830" y="195961"/>
                  </a:cubicBezTo>
                  <a:cubicBezTo>
                    <a:pt x="196088" y="211582"/>
                    <a:pt x="236474" y="216916"/>
                    <a:pt x="268478" y="197993"/>
                  </a:cubicBezTo>
                  <a:cubicBezTo>
                    <a:pt x="314071" y="171704"/>
                    <a:pt x="325501" y="105410"/>
                    <a:pt x="297561" y="62357"/>
                  </a:cubicBezTo>
                  <a:cubicBezTo>
                    <a:pt x="273304" y="23622"/>
                    <a:pt x="225425" y="6096"/>
                    <a:pt x="181229" y="7366"/>
                  </a:cubicBezTo>
                  <a:cubicBezTo>
                    <a:pt x="148590" y="6223"/>
                    <a:pt x="115062" y="16764"/>
                    <a:pt x="90805" y="38862"/>
                  </a:cubicBezTo>
                  <a:cubicBezTo>
                    <a:pt x="65024" y="62484"/>
                    <a:pt x="49657" y="95250"/>
                    <a:pt x="41148" y="128651"/>
                  </a:cubicBezTo>
                  <a:cubicBezTo>
                    <a:pt x="26543" y="182372"/>
                    <a:pt x="28956" y="242062"/>
                    <a:pt x="54864" y="291973"/>
                  </a:cubicBezTo>
                  <a:cubicBezTo>
                    <a:pt x="88900" y="358267"/>
                    <a:pt x="161036" y="402717"/>
                    <a:pt x="235458" y="404114"/>
                  </a:cubicBezTo>
                  <a:cubicBezTo>
                    <a:pt x="304292" y="401955"/>
                    <a:pt x="369443" y="374396"/>
                    <a:pt x="427482" y="338963"/>
                  </a:cubicBezTo>
                  <a:cubicBezTo>
                    <a:pt x="486029" y="303657"/>
                    <a:pt x="538353" y="259080"/>
                    <a:pt x="597027" y="224028"/>
                  </a:cubicBezTo>
                  <a:cubicBezTo>
                    <a:pt x="715137" y="152273"/>
                    <a:pt x="846582" y="97917"/>
                    <a:pt x="985012" y="83820"/>
                  </a:cubicBezTo>
                  <a:cubicBezTo>
                    <a:pt x="997458" y="82423"/>
                    <a:pt x="1009903" y="81280"/>
                    <a:pt x="1022350" y="80518"/>
                  </a:cubicBezTo>
                  <a:lnTo>
                    <a:pt x="1022350" y="80518"/>
                  </a:lnTo>
                  <a:close/>
                  <a:moveTo>
                    <a:pt x="1022604" y="127381"/>
                  </a:moveTo>
                  <a:cubicBezTo>
                    <a:pt x="1090676" y="129540"/>
                    <a:pt x="1159764" y="153289"/>
                    <a:pt x="1208278" y="202311"/>
                  </a:cubicBezTo>
                  <a:cubicBezTo>
                    <a:pt x="1249807" y="245618"/>
                    <a:pt x="1278255" y="300101"/>
                    <a:pt x="1323848" y="339725"/>
                  </a:cubicBezTo>
                  <a:cubicBezTo>
                    <a:pt x="1346962" y="361442"/>
                    <a:pt x="1374521" y="377190"/>
                    <a:pt x="1400556" y="394716"/>
                  </a:cubicBezTo>
                  <a:cubicBezTo>
                    <a:pt x="1372743" y="397256"/>
                    <a:pt x="1345438" y="404622"/>
                    <a:pt x="1317371" y="406146"/>
                  </a:cubicBezTo>
                  <a:cubicBezTo>
                    <a:pt x="1274826" y="406654"/>
                    <a:pt x="1230757" y="404876"/>
                    <a:pt x="1191641" y="386588"/>
                  </a:cubicBezTo>
                  <a:cubicBezTo>
                    <a:pt x="1133475" y="360426"/>
                    <a:pt x="1092073" y="308229"/>
                    <a:pt x="1033907" y="282321"/>
                  </a:cubicBezTo>
                  <a:cubicBezTo>
                    <a:pt x="1030224" y="280797"/>
                    <a:pt x="1026414" y="279400"/>
                    <a:pt x="1022731" y="278003"/>
                  </a:cubicBezTo>
                  <a:cubicBezTo>
                    <a:pt x="1018921" y="279273"/>
                    <a:pt x="1015238" y="280797"/>
                    <a:pt x="1011555" y="282321"/>
                  </a:cubicBezTo>
                  <a:cubicBezTo>
                    <a:pt x="953389" y="308229"/>
                    <a:pt x="911987" y="360426"/>
                    <a:pt x="853821" y="386588"/>
                  </a:cubicBezTo>
                  <a:cubicBezTo>
                    <a:pt x="814578" y="404876"/>
                    <a:pt x="770509" y="406527"/>
                    <a:pt x="728091" y="406146"/>
                  </a:cubicBezTo>
                  <a:cubicBezTo>
                    <a:pt x="700151" y="404622"/>
                    <a:pt x="672846" y="397256"/>
                    <a:pt x="644906" y="394716"/>
                  </a:cubicBezTo>
                  <a:cubicBezTo>
                    <a:pt x="670941" y="377063"/>
                    <a:pt x="698500" y="361442"/>
                    <a:pt x="721614" y="339725"/>
                  </a:cubicBezTo>
                  <a:cubicBezTo>
                    <a:pt x="767207" y="300101"/>
                    <a:pt x="795655" y="245618"/>
                    <a:pt x="837184" y="202311"/>
                  </a:cubicBezTo>
                  <a:cubicBezTo>
                    <a:pt x="885571" y="153289"/>
                    <a:pt x="954659" y="129540"/>
                    <a:pt x="1022731" y="127381"/>
                  </a:cubicBezTo>
                  <a:close/>
                  <a:moveTo>
                    <a:pt x="1022604" y="247650"/>
                  </a:moveTo>
                  <a:cubicBezTo>
                    <a:pt x="1039876" y="253238"/>
                    <a:pt x="1056386" y="260731"/>
                    <a:pt x="1071499" y="271018"/>
                  </a:cubicBezTo>
                  <a:cubicBezTo>
                    <a:pt x="1123442" y="304165"/>
                    <a:pt x="1160145" y="358267"/>
                    <a:pt x="1218311" y="381889"/>
                  </a:cubicBezTo>
                  <a:cubicBezTo>
                    <a:pt x="1270254" y="401066"/>
                    <a:pt x="1327531" y="404495"/>
                    <a:pt x="1381125" y="390144"/>
                  </a:cubicBezTo>
                  <a:cubicBezTo>
                    <a:pt x="1343279" y="366014"/>
                    <a:pt x="1306322" y="339598"/>
                    <a:pt x="1275461" y="306705"/>
                  </a:cubicBezTo>
                  <a:cubicBezTo>
                    <a:pt x="1233297" y="261620"/>
                    <a:pt x="1195324" y="208534"/>
                    <a:pt x="1136650" y="183515"/>
                  </a:cubicBezTo>
                  <a:cubicBezTo>
                    <a:pt x="1100582" y="167894"/>
                    <a:pt x="1061847" y="159004"/>
                    <a:pt x="1022731" y="156591"/>
                  </a:cubicBezTo>
                  <a:cubicBezTo>
                    <a:pt x="983488" y="159004"/>
                    <a:pt x="944753" y="167894"/>
                    <a:pt x="908812" y="183515"/>
                  </a:cubicBezTo>
                  <a:cubicBezTo>
                    <a:pt x="850138" y="208534"/>
                    <a:pt x="812165" y="261620"/>
                    <a:pt x="770001" y="306705"/>
                  </a:cubicBezTo>
                  <a:cubicBezTo>
                    <a:pt x="739140" y="339598"/>
                    <a:pt x="702183" y="365887"/>
                    <a:pt x="664337" y="390144"/>
                  </a:cubicBezTo>
                  <a:cubicBezTo>
                    <a:pt x="717931" y="404495"/>
                    <a:pt x="775208" y="401066"/>
                    <a:pt x="827151" y="381889"/>
                  </a:cubicBezTo>
                  <a:cubicBezTo>
                    <a:pt x="885190" y="358140"/>
                    <a:pt x="922020" y="304165"/>
                    <a:pt x="973963" y="271018"/>
                  </a:cubicBezTo>
                  <a:cubicBezTo>
                    <a:pt x="989076" y="260731"/>
                    <a:pt x="1005586" y="253238"/>
                    <a:pt x="1022858" y="247650"/>
                  </a:cubicBezTo>
                  <a:lnTo>
                    <a:pt x="1022858" y="247650"/>
                  </a:lnTo>
                  <a:close/>
                  <a:moveTo>
                    <a:pt x="1022604" y="296164"/>
                  </a:moveTo>
                  <a:cubicBezTo>
                    <a:pt x="1055878" y="319532"/>
                    <a:pt x="1081913" y="353441"/>
                    <a:pt x="1096010" y="391668"/>
                  </a:cubicBezTo>
                  <a:cubicBezTo>
                    <a:pt x="1116838" y="447802"/>
                    <a:pt x="1114298" y="516890"/>
                    <a:pt x="1075182" y="564769"/>
                  </a:cubicBezTo>
                  <a:cubicBezTo>
                    <a:pt x="1061212" y="582422"/>
                    <a:pt x="1042924" y="595884"/>
                    <a:pt x="1022603" y="604901"/>
                  </a:cubicBezTo>
                  <a:cubicBezTo>
                    <a:pt x="1002283" y="595884"/>
                    <a:pt x="983995" y="582422"/>
                    <a:pt x="970025" y="564769"/>
                  </a:cubicBezTo>
                  <a:cubicBezTo>
                    <a:pt x="930909" y="517017"/>
                    <a:pt x="928496" y="447929"/>
                    <a:pt x="949197" y="391668"/>
                  </a:cubicBezTo>
                  <a:cubicBezTo>
                    <a:pt x="963294" y="353441"/>
                    <a:pt x="989202" y="319532"/>
                    <a:pt x="1022603" y="296164"/>
                  </a:cubicBezTo>
                  <a:close/>
                  <a:moveTo>
                    <a:pt x="1022604" y="593471"/>
                  </a:moveTo>
                  <a:cubicBezTo>
                    <a:pt x="1046734" y="581279"/>
                    <a:pt x="1067181" y="562229"/>
                    <a:pt x="1079754" y="537972"/>
                  </a:cubicBezTo>
                  <a:cubicBezTo>
                    <a:pt x="1097153" y="507365"/>
                    <a:pt x="1098931" y="470789"/>
                    <a:pt x="1095248" y="436499"/>
                  </a:cubicBezTo>
                  <a:cubicBezTo>
                    <a:pt x="1088263" y="387985"/>
                    <a:pt x="1061466" y="342519"/>
                    <a:pt x="1022731" y="312674"/>
                  </a:cubicBezTo>
                  <a:cubicBezTo>
                    <a:pt x="983996" y="342646"/>
                    <a:pt x="957072" y="387985"/>
                    <a:pt x="950214" y="436499"/>
                  </a:cubicBezTo>
                  <a:cubicBezTo>
                    <a:pt x="946531" y="470789"/>
                    <a:pt x="948309" y="507365"/>
                    <a:pt x="965708" y="537972"/>
                  </a:cubicBezTo>
                  <a:cubicBezTo>
                    <a:pt x="978154" y="562356"/>
                    <a:pt x="998728" y="581279"/>
                    <a:pt x="1022858" y="593471"/>
                  </a:cubicBezTo>
                  <a:lnTo>
                    <a:pt x="1022858" y="593471"/>
                  </a:ln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960114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356870" y="52832"/>
                  </a:moveTo>
                  <a:cubicBezTo>
                    <a:pt x="347853" y="74549"/>
                    <a:pt x="326644" y="87503"/>
                    <a:pt x="307467" y="99314"/>
                  </a:cubicBezTo>
                  <a:cubicBezTo>
                    <a:pt x="245364" y="134874"/>
                    <a:pt x="168783" y="133604"/>
                    <a:pt x="101981" y="113030"/>
                  </a:cubicBezTo>
                  <a:cubicBezTo>
                    <a:pt x="66167" y="101473"/>
                    <a:pt x="30099" y="87884"/>
                    <a:pt x="0" y="64516"/>
                  </a:cubicBezTo>
                  <a:cubicBezTo>
                    <a:pt x="89154" y="66802"/>
                    <a:pt x="169291" y="22606"/>
                    <a:pt x="254762" y="4826"/>
                  </a:cubicBezTo>
                  <a:cubicBezTo>
                    <a:pt x="280924" y="0"/>
                    <a:pt x="308864" y="762"/>
                    <a:pt x="333756" y="10922"/>
                  </a:cubicBezTo>
                  <a:cubicBezTo>
                    <a:pt x="349758" y="17145"/>
                    <a:pt x="363728" y="35179"/>
                    <a:pt x="356870" y="52705"/>
                  </a:cubicBezTo>
                  <a:close/>
                  <a:moveTo>
                    <a:pt x="260858" y="31242"/>
                  </a:moveTo>
                  <a:cubicBezTo>
                    <a:pt x="184531" y="44958"/>
                    <a:pt x="110744" y="76200"/>
                    <a:pt x="32131" y="73914"/>
                  </a:cubicBezTo>
                  <a:cubicBezTo>
                    <a:pt x="81407" y="92583"/>
                    <a:pt x="133858" y="104902"/>
                    <a:pt x="186690" y="104267"/>
                  </a:cubicBezTo>
                  <a:cubicBezTo>
                    <a:pt x="240030" y="102235"/>
                    <a:pt x="297180" y="85217"/>
                    <a:pt x="331851" y="42291"/>
                  </a:cubicBezTo>
                  <a:cubicBezTo>
                    <a:pt x="310769" y="29337"/>
                    <a:pt x="284988" y="27432"/>
                    <a:pt x="260858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118358" y="111633"/>
              <a:ext cx="363728" cy="134874"/>
            </a:xfrm>
            <a:custGeom>
              <a:avLst/>
              <a:gdLst/>
              <a:ahLst/>
              <a:cxnLst/>
              <a:rect r="r" b="b" t="t" l="l"/>
              <a:pathLst>
                <a:path h="134874" w="363728">
                  <a:moveTo>
                    <a:pt x="6858" y="52832"/>
                  </a:moveTo>
                  <a:cubicBezTo>
                    <a:pt x="15875" y="74549"/>
                    <a:pt x="37084" y="87503"/>
                    <a:pt x="56261" y="99314"/>
                  </a:cubicBezTo>
                  <a:cubicBezTo>
                    <a:pt x="118364" y="134874"/>
                    <a:pt x="194945" y="133604"/>
                    <a:pt x="261747" y="113030"/>
                  </a:cubicBezTo>
                  <a:cubicBezTo>
                    <a:pt x="297561" y="101473"/>
                    <a:pt x="333629" y="87884"/>
                    <a:pt x="363728" y="64516"/>
                  </a:cubicBezTo>
                  <a:cubicBezTo>
                    <a:pt x="274574" y="66802"/>
                    <a:pt x="194437" y="22606"/>
                    <a:pt x="108966" y="4826"/>
                  </a:cubicBezTo>
                  <a:cubicBezTo>
                    <a:pt x="82804" y="0"/>
                    <a:pt x="54864" y="762"/>
                    <a:pt x="29972" y="10922"/>
                  </a:cubicBezTo>
                  <a:cubicBezTo>
                    <a:pt x="13970" y="17145"/>
                    <a:pt x="0" y="35179"/>
                    <a:pt x="6858" y="52705"/>
                  </a:cubicBezTo>
                  <a:close/>
                  <a:moveTo>
                    <a:pt x="102870" y="31242"/>
                  </a:moveTo>
                  <a:cubicBezTo>
                    <a:pt x="179197" y="44958"/>
                    <a:pt x="252984" y="76200"/>
                    <a:pt x="331597" y="73914"/>
                  </a:cubicBezTo>
                  <a:cubicBezTo>
                    <a:pt x="282321" y="92583"/>
                    <a:pt x="229870" y="104902"/>
                    <a:pt x="177038" y="104267"/>
                  </a:cubicBezTo>
                  <a:cubicBezTo>
                    <a:pt x="123698" y="102235"/>
                    <a:pt x="66548" y="85217"/>
                    <a:pt x="31877" y="42291"/>
                  </a:cubicBezTo>
                  <a:cubicBezTo>
                    <a:pt x="52959" y="29337"/>
                    <a:pt x="78740" y="27432"/>
                    <a:pt x="102870" y="31115"/>
                  </a:cubicBezTo>
                  <a:close/>
                </a:path>
              </a:pathLst>
            </a:custGeom>
            <a:solidFill>
              <a:srgbClr val="8194B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7315200" cy="605790"/>
            </a:xfrm>
            <a:custGeom>
              <a:avLst/>
              <a:gdLst/>
              <a:ahLst/>
              <a:cxnLst/>
              <a:rect r="r" b="b" t="t" l="l"/>
              <a:pathLst>
                <a:path h="605790" w="7315200">
                  <a:moveTo>
                    <a:pt x="0" y="605790"/>
                  </a:moveTo>
                  <a:lnTo>
                    <a:pt x="7315200" y="605790"/>
                  </a:lnTo>
                  <a:lnTo>
                    <a:pt x="7315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956792" y="2720683"/>
            <a:ext cx="15302508" cy="641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4"/>
              </a:lnSpc>
            </a:pPr>
            <a:r>
              <a:rPr lang="en-US" b="true" sz="4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digital portfolio is a modern replacement for resumes.</a:t>
            </a:r>
          </a:p>
          <a:p>
            <a:pPr algn="ctr">
              <a:lnSpc>
                <a:spcPts val="4264"/>
              </a:lnSpc>
            </a:pPr>
          </a:p>
          <a:p>
            <a:pPr algn="ctr">
              <a:lnSpc>
                <a:spcPts val="4264"/>
              </a:lnSpc>
            </a:pPr>
            <a:r>
              <a:rPr lang="en-US" b="true" sz="4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Provides interactive and professional visibility.</a:t>
            </a:r>
          </a:p>
          <a:p>
            <a:pPr algn="ctr">
              <a:lnSpc>
                <a:spcPts val="4264"/>
              </a:lnSpc>
            </a:pPr>
          </a:p>
          <a:p>
            <a:pPr algn="ctr">
              <a:lnSpc>
                <a:spcPts val="4264"/>
              </a:lnSpc>
            </a:pPr>
            <a:r>
              <a:rPr lang="en-US" b="true" sz="4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Demonstrates front-end web development skills.</a:t>
            </a:r>
          </a:p>
          <a:p>
            <a:pPr algn="ctr">
              <a:lnSpc>
                <a:spcPts val="4264"/>
              </a:lnSpc>
            </a:pPr>
          </a:p>
          <a:p>
            <a:pPr algn="ctr">
              <a:lnSpc>
                <a:spcPts val="4264"/>
              </a:lnSpc>
            </a:pPr>
            <a:r>
              <a:rPr lang="en-US" b="true" sz="4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Useful for students, job seekers, freelancers, professionals.</a:t>
            </a:r>
          </a:p>
          <a:p>
            <a:pPr algn="ctr">
              <a:lnSpc>
                <a:spcPts val="4264"/>
              </a:lnSpc>
            </a:pPr>
          </a:p>
          <a:p>
            <a:pPr algn="ctr">
              <a:lnSpc>
                <a:spcPts val="4264"/>
              </a:lnSpc>
            </a:pPr>
            <a:r>
              <a:rPr lang="en-US" b="true" sz="4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Creates a lasting impression on recruiters and collaborators.</a:t>
            </a:r>
          </a:p>
          <a:p>
            <a:pPr algn="ctr">
              <a:lnSpc>
                <a:spcPts val="4264"/>
              </a:lnSpc>
            </a:pPr>
          </a:p>
          <a:p>
            <a:pPr algn="ctr">
              <a:lnSpc>
                <a:spcPts val="4264"/>
              </a:lnSpc>
            </a:pPr>
            <a:r>
              <a:rPr lang="en-US" b="true" sz="4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step toward personal branding and career growth.</a:t>
            </a:r>
          </a:p>
          <a:p>
            <a:pPr algn="ctr">
              <a:lnSpc>
                <a:spcPts val="426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-364449" y="1318603"/>
            <a:ext cx="12333948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7800" b="true">
                <a:solidFill>
                  <a:srgbClr val="000000"/>
                </a:solidFill>
                <a:latin typeface="Manison Ultra-Bold"/>
                <a:ea typeface="Manison Ultra-Bold"/>
                <a:cs typeface="Manison Ultra-Bold"/>
                <a:sym typeface="Manison Ultra-Bold"/>
              </a:rPr>
              <a:t>CONCLUSION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DAGx_pGmgyQ</dc:identifier>
  <dcterms:modified xsi:type="dcterms:W3CDTF">2011-08-01T06:04:30Z</dcterms:modified>
  <cp:revision>1</cp:revision>
  <dc:title>Blue White Watercolor Floral Elegant Group Project Presentation_20250904_122352_0000.pdf</dc:title>
</cp:coreProperties>
</file>